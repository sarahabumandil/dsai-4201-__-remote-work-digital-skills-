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53" r:id="rId3"/>
  </p:sldMasterIdLst>
  <p:sldIdLst>
    <p:sldId id="256" r:id="rId4"/>
    <p:sldId id="257" r:id="rId5"/>
    <p:sldId id="258" r:id="rId6"/>
    <p:sldId id="259" r:id="rId7"/>
    <p:sldId id="268" r:id="rId8"/>
    <p:sldId id="260" r:id="rId9"/>
    <p:sldId id="261" r:id="rId10"/>
    <p:sldId id="263" r:id="rId11"/>
    <p:sldId id="267" r:id="rId12"/>
    <p:sldId id="265" r:id="rId13"/>
    <p:sldId id="269" r:id="rId14"/>
    <p:sldId id="270" r:id="rId15"/>
    <p:sldId id="271" r:id="rId16"/>
    <p:sldId id="272" r:id="rId17"/>
    <p:sldId id="273" r:id="rId18"/>
    <p:sldId id="266" r:id="rId1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0" autoAdjust="0"/>
    <p:restoredTop sz="94660"/>
  </p:normalViewPr>
  <p:slideViewPr>
    <p:cSldViewPr snapToGrid="0">
      <p:cViewPr varScale="1">
        <p:scale>
          <a:sx n="107" d="100"/>
          <a:sy n="107" d="100"/>
        </p:scale>
        <p:origin x="78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stories.freepik.com/"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0" y="1850040"/>
            <a:ext cx="4088520" cy="1791720"/>
          </a:xfrm>
          <a:prstGeom prst="rect">
            <a:avLst/>
          </a:prstGeom>
          <a:noFill/>
          <a:ln w="0">
            <a:noFill/>
          </a:ln>
        </p:spPr>
        <p:txBody>
          <a:bodyPr lIns="91440" tIns="91440" rIns="91440" bIns="91440" anchor="b">
            <a:noAutofit/>
          </a:bodyPr>
          <a:lstStyle/>
          <a:p>
            <a:pPr indent="0">
              <a:buNone/>
            </a:pPr>
            <a:r>
              <a:rPr lang="fr-FR" sz="4400" b="0" u="none" strike="noStrike">
                <a:solidFill>
                  <a:schemeClr val="dk1"/>
                </a:solidFill>
                <a:effectLst/>
                <a:uFillTx/>
                <a:latin typeface="Arial"/>
              </a:rPr>
              <a:t>Click to edit the title text format</a:t>
            </a:r>
          </a:p>
        </p:txBody>
      </p:sp>
      <p:cxnSp>
        <p:nvCxnSpPr>
          <p:cNvPr id="3" name="Google Shape;10;p2"/>
          <p:cNvCxnSpPr/>
          <p:nvPr/>
        </p:nvCxnSpPr>
        <p:spPr>
          <a:xfrm flipH="1">
            <a:off x="5826960" y="451080"/>
            <a:ext cx="1672920" cy="126360"/>
          </a:xfrm>
          <a:prstGeom prst="straightConnector1">
            <a:avLst/>
          </a:prstGeom>
          <a:ln w="9525">
            <a:solidFill>
              <a:srgbClr val="3D3D3D"/>
            </a:solidFill>
            <a:round/>
          </a:ln>
        </p:spPr>
      </p:cxnSp>
      <p:cxnSp>
        <p:nvCxnSpPr>
          <p:cNvPr id="4" name="Google Shape;11;p2"/>
          <p:cNvCxnSpPr/>
          <p:nvPr/>
        </p:nvCxnSpPr>
        <p:spPr>
          <a:xfrm flipH="1" flipV="1">
            <a:off x="7512840" y="457560"/>
            <a:ext cx="829800" cy="743760"/>
          </a:xfrm>
          <a:prstGeom prst="straightConnector1">
            <a:avLst/>
          </a:prstGeom>
          <a:ln w="9525">
            <a:solidFill>
              <a:srgbClr val="3D3D3D"/>
            </a:solidFill>
            <a:round/>
          </a:ln>
        </p:spPr>
      </p:cxnSp>
      <p:cxnSp>
        <p:nvCxnSpPr>
          <p:cNvPr id="5" name="Google Shape;12;p2"/>
          <p:cNvCxnSpPr/>
          <p:nvPr/>
        </p:nvCxnSpPr>
        <p:spPr>
          <a:xfrm flipH="1">
            <a:off x="8348760" y="-6480"/>
            <a:ext cx="797040" cy="1188000"/>
          </a:xfrm>
          <a:prstGeom prst="straightConnector1">
            <a:avLst/>
          </a:prstGeom>
          <a:ln w="9525">
            <a:solidFill>
              <a:srgbClr val="3D3D3D"/>
            </a:solidFill>
            <a:round/>
          </a:ln>
        </p:spPr>
      </p:cxnSp>
      <p:grpSp>
        <p:nvGrpSpPr>
          <p:cNvPr id="6" name="Google Shape;13;p2"/>
          <p:cNvGrpSpPr/>
          <p:nvPr/>
        </p:nvGrpSpPr>
        <p:grpSpPr>
          <a:xfrm>
            <a:off x="8064360" y="887760"/>
            <a:ext cx="581400" cy="582120"/>
            <a:chOff x="8064360" y="887760"/>
            <a:chExt cx="581400" cy="582120"/>
          </a:xfrm>
        </p:grpSpPr>
        <p:sp>
          <p:nvSpPr>
            <p:cNvPr id="7" name="Google Shape;14;p2"/>
            <p:cNvSpPr/>
            <p:nvPr/>
          </p:nvSpPr>
          <p:spPr>
            <a:xfrm>
              <a:off x="8068680" y="8928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15;p2"/>
            <p:cNvSpPr/>
            <p:nvPr/>
          </p:nvSpPr>
          <p:spPr>
            <a:xfrm>
              <a:off x="8064360" y="8877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6;p2"/>
            <p:cNvSpPr/>
            <p:nvPr/>
          </p:nvSpPr>
          <p:spPr>
            <a:xfrm>
              <a:off x="8141040" y="96516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17;p2"/>
            <p:cNvSpPr/>
            <p:nvPr/>
          </p:nvSpPr>
          <p:spPr>
            <a:xfrm>
              <a:off x="8136720" y="9604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18;p2"/>
            <p:cNvSpPr/>
            <p:nvPr/>
          </p:nvSpPr>
          <p:spPr>
            <a:xfrm>
              <a:off x="8219880" y="10440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 name="Google Shape;19;p2"/>
            <p:cNvSpPr/>
            <p:nvPr/>
          </p:nvSpPr>
          <p:spPr>
            <a:xfrm>
              <a:off x="8215200" y="10393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 name="Google Shape;20;p2"/>
          <p:cNvGrpSpPr/>
          <p:nvPr/>
        </p:nvGrpSpPr>
        <p:grpSpPr>
          <a:xfrm>
            <a:off x="7353000" y="316440"/>
            <a:ext cx="291600" cy="292320"/>
            <a:chOff x="7353000" y="316440"/>
            <a:chExt cx="291600" cy="292320"/>
          </a:xfrm>
        </p:grpSpPr>
        <p:sp>
          <p:nvSpPr>
            <p:cNvPr id="14" name="Google Shape;21;p2"/>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22;p2"/>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Google Shape;23;p2"/>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24;p2"/>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 name="Google Shape;25;p2"/>
          <p:cNvSpPr/>
          <p:nvPr/>
        </p:nvSpPr>
        <p:spPr>
          <a:xfrm>
            <a:off x="5690520" y="42588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26;p2"/>
          <p:cNvSpPr/>
          <p:nvPr/>
        </p:nvSpPr>
        <p:spPr>
          <a:xfrm>
            <a:off x="5688360" y="42336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27;p2"/>
          <p:cNvSpPr/>
          <p:nvPr/>
        </p:nvSpPr>
        <p:spPr>
          <a:xfrm>
            <a:off x="5727240" y="46224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28;p2"/>
          <p:cNvSpPr/>
          <p:nvPr/>
        </p:nvSpPr>
        <p:spPr>
          <a:xfrm>
            <a:off x="5724720" y="45972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29;p2"/>
          <p:cNvSpPr/>
          <p:nvPr/>
        </p:nvSpPr>
        <p:spPr>
          <a:xfrm>
            <a:off x="5766480" y="50184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Google Shape;30;p2"/>
          <p:cNvSpPr/>
          <p:nvPr/>
        </p:nvSpPr>
        <p:spPr>
          <a:xfrm>
            <a:off x="5764320" y="49968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4" name="Google Shape;31;p2"/>
          <p:cNvGrpSpPr/>
          <p:nvPr/>
        </p:nvGrpSpPr>
        <p:grpSpPr>
          <a:xfrm>
            <a:off x="5443200" y="289440"/>
            <a:ext cx="174960" cy="26640"/>
            <a:chOff x="5443200" y="289440"/>
            <a:chExt cx="174960" cy="26640"/>
          </a:xfrm>
        </p:grpSpPr>
        <p:sp>
          <p:nvSpPr>
            <p:cNvPr id="25" name="Google Shape;32;p2"/>
            <p:cNvSpPr/>
            <p:nvPr/>
          </p:nvSpPr>
          <p:spPr>
            <a:xfrm>
              <a:off x="544320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 name="Google Shape;33;p2"/>
            <p:cNvSpPr/>
            <p:nvPr/>
          </p:nvSpPr>
          <p:spPr>
            <a:xfrm>
              <a:off x="551736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 name="Google Shape;34;p2"/>
            <p:cNvSpPr/>
            <p:nvPr/>
          </p:nvSpPr>
          <p:spPr>
            <a:xfrm>
              <a:off x="559152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 name="Google Shape;35;p2"/>
          <p:cNvGrpSpPr/>
          <p:nvPr/>
        </p:nvGrpSpPr>
        <p:grpSpPr>
          <a:xfrm>
            <a:off x="8489880" y="171000"/>
            <a:ext cx="174960" cy="26640"/>
            <a:chOff x="8489880" y="171000"/>
            <a:chExt cx="174960" cy="26640"/>
          </a:xfrm>
        </p:grpSpPr>
        <p:sp>
          <p:nvSpPr>
            <p:cNvPr id="29" name="Google Shape;36;p2"/>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 name="Google Shape;37;p2"/>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 name="Google Shape;38;p2"/>
            <p:cNvSpPr/>
            <p:nvPr/>
          </p:nvSpPr>
          <p:spPr>
            <a:xfrm>
              <a:off x="863820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2" name="Google Shape;39;p2"/>
          <p:cNvGrpSpPr/>
          <p:nvPr/>
        </p:nvGrpSpPr>
        <p:grpSpPr>
          <a:xfrm>
            <a:off x="8068680" y="1581840"/>
            <a:ext cx="174600" cy="26640"/>
            <a:chOff x="8068680" y="1581840"/>
            <a:chExt cx="174600" cy="26640"/>
          </a:xfrm>
        </p:grpSpPr>
        <p:sp>
          <p:nvSpPr>
            <p:cNvPr id="33" name="Google Shape;40;p2"/>
            <p:cNvSpPr/>
            <p:nvPr/>
          </p:nvSpPr>
          <p:spPr>
            <a:xfrm>
              <a:off x="806868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41;p2"/>
            <p:cNvSpPr/>
            <p:nvPr/>
          </p:nvSpPr>
          <p:spPr>
            <a:xfrm>
              <a:off x="814284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42;p2"/>
            <p:cNvSpPr/>
            <p:nvPr/>
          </p:nvSpPr>
          <p:spPr>
            <a:xfrm>
              <a:off x="821664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2105280" y="384120"/>
            <a:ext cx="4937400" cy="1078920"/>
          </a:xfrm>
          <a:prstGeom prst="rect">
            <a:avLst/>
          </a:prstGeom>
          <a:noFill/>
          <a:ln w="0">
            <a:noFill/>
          </a:ln>
        </p:spPr>
        <p:txBody>
          <a:bodyPr lIns="91440" tIns="91440" rIns="91440" bIns="91440" anchor="t">
            <a:noAutofit/>
          </a:bodyPr>
          <a:lstStyle/>
          <a:p>
            <a:pPr indent="0">
              <a:buNone/>
            </a:pPr>
            <a:r>
              <a:rPr lang="fr-FR" sz="4800" b="0" u="none" strike="noStrike">
                <a:solidFill>
                  <a:schemeClr val="dk1"/>
                </a:solidFill>
                <a:effectLst/>
                <a:uFillTx/>
                <a:latin typeface="Arial"/>
              </a:rPr>
              <a:t>Click to edit the title text format</a:t>
            </a:r>
          </a:p>
        </p:txBody>
      </p:sp>
      <p:sp>
        <p:nvSpPr>
          <p:cNvPr id="38" name="Google Shape;914;p19"/>
          <p:cNvSpPr/>
          <p:nvPr/>
        </p:nvSpPr>
        <p:spPr>
          <a:xfrm>
            <a:off x="2097360" y="3664080"/>
            <a:ext cx="4945320" cy="76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100" b="0" u="none" strike="noStrike">
                <a:solidFill>
                  <a:schemeClr val="accent1"/>
                </a:solidFill>
                <a:effectLst/>
                <a:uFillTx/>
                <a:latin typeface="Barlow Semi Condensed Medium"/>
                <a:ea typeface="Barlow Semi Condensed Medium"/>
              </a:rPr>
              <a:t>CREDITS:</a:t>
            </a:r>
            <a:r>
              <a:rPr lang="en" sz="1100" b="0" u="none" strike="noStrike">
                <a:solidFill>
                  <a:schemeClr val="dk2"/>
                </a:solidFill>
                <a:effectLst/>
                <a:uFillTx/>
                <a:latin typeface="Barlow Semi Condensed"/>
                <a:ea typeface="Barlow Semi Condensed"/>
              </a:rPr>
              <a:t> This presentation template was created by </a:t>
            </a:r>
            <a:r>
              <a:rPr lang="en" sz="1100" b="0" u="sng" strike="noStrike">
                <a:solidFill>
                  <a:schemeClr val="accent1"/>
                </a:solidFill>
                <a:effectLst/>
                <a:uFillTx/>
                <a:latin typeface="Barlow Semi Condensed Medium"/>
                <a:ea typeface="Barlow Semi Condensed Medium"/>
                <a:hlinkClick r:id="rId2"/>
              </a:rPr>
              <a:t>Slidesgo</a:t>
            </a:r>
            <a:r>
              <a:rPr lang="en" sz="1100" b="0" u="none" strike="noStrike">
                <a:solidFill>
                  <a:schemeClr val="dk2"/>
                </a:solidFill>
                <a:effectLst/>
                <a:uFillTx/>
                <a:latin typeface="Barlow Semi Condensed"/>
                <a:ea typeface="Barlow Semi Condensed"/>
              </a:rPr>
              <a:t>, including icons, infographics &amp; images by </a:t>
            </a:r>
            <a:r>
              <a:rPr lang="en" sz="1100" b="0" u="sng" strike="noStrike">
                <a:solidFill>
                  <a:schemeClr val="accent1"/>
                </a:solidFill>
                <a:effectLst/>
                <a:uFillTx/>
                <a:latin typeface="Barlow Semi Condensed Medium"/>
                <a:ea typeface="Barlow Semi Condensed Medium"/>
                <a:hlinkClick r:id="rId3"/>
              </a:rPr>
              <a:t>Freepik</a:t>
            </a:r>
            <a:r>
              <a:rPr lang="en" sz="1100" b="0" u="none" strike="noStrike">
                <a:solidFill>
                  <a:schemeClr val="dk2"/>
                </a:solidFill>
                <a:effectLst/>
                <a:uFillTx/>
                <a:latin typeface="Barlow Semi Condensed"/>
                <a:ea typeface="Barlow Semi Condensed"/>
              </a:rPr>
              <a:t> and illustrations by </a:t>
            </a:r>
            <a:r>
              <a:rPr lang="en" sz="1100" b="0" u="sng" strike="noStrike">
                <a:solidFill>
                  <a:schemeClr val="accent1"/>
                </a:solidFill>
                <a:effectLst/>
                <a:uFillTx/>
                <a:latin typeface="Barlow Semi Condensed Medium"/>
                <a:ea typeface="Barlow Semi Condensed Medium"/>
                <a:hlinkClick r:id="rId4"/>
              </a:rPr>
              <a:t>Stories</a:t>
            </a:r>
            <a:endParaRPr lang="en-US" sz="1100" b="0" u="none" strike="noStrike">
              <a:solidFill>
                <a:srgbClr val="000000"/>
              </a:solidFill>
              <a:effectLst/>
              <a:uFillTx/>
              <a:latin typeface="OpenSymbol"/>
            </a:endParaRPr>
          </a:p>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9" name="Google Shape;915;p19"/>
          <p:cNvCxnSpPr/>
          <p:nvPr/>
        </p:nvCxnSpPr>
        <p:spPr>
          <a:xfrm flipH="1">
            <a:off x="7682760" y="2910960"/>
            <a:ext cx="306720" cy="1133640"/>
          </a:xfrm>
          <a:prstGeom prst="straightConnector1">
            <a:avLst/>
          </a:prstGeom>
          <a:ln w="9525">
            <a:solidFill>
              <a:srgbClr val="494949"/>
            </a:solidFill>
            <a:round/>
          </a:ln>
        </p:spPr>
      </p:cxnSp>
      <p:cxnSp>
        <p:nvCxnSpPr>
          <p:cNvPr id="40" name="Google Shape;916;p19"/>
          <p:cNvCxnSpPr/>
          <p:nvPr/>
        </p:nvCxnSpPr>
        <p:spPr>
          <a:xfrm>
            <a:off x="7694640" y="1568880"/>
            <a:ext cx="315720" cy="1342440"/>
          </a:xfrm>
          <a:prstGeom prst="straightConnector1">
            <a:avLst/>
          </a:prstGeom>
          <a:ln w="9525">
            <a:solidFill>
              <a:srgbClr val="494949"/>
            </a:solidFill>
            <a:round/>
          </a:ln>
        </p:spPr>
      </p:cxnSp>
      <p:cxnSp>
        <p:nvCxnSpPr>
          <p:cNvPr id="41" name="Google Shape;917;p19"/>
          <p:cNvCxnSpPr/>
          <p:nvPr/>
        </p:nvCxnSpPr>
        <p:spPr>
          <a:xfrm flipH="1">
            <a:off x="7702200" y="266400"/>
            <a:ext cx="392400" cy="1332360"/>
          </a:xfrm>
          <a:prstGeom prst="straightConnector1">
            <a:avLst/>
          </a:prstGeom>
          <a:ln w="9525">
            <a:solidFill>
              <a:srgbClr val="494949"/>
            </a:solidFill>
            <a:round/>
          </a:ln>
        </p:spPr>
      </p:cxnSp>
      <p:cxnSp>
        <p:nvCxnSpPr>
          <p:cNvPr id="42" name="Google Shape;918;p19"/>
          <p:cNvCxnSpPr/>
          <p:nvPr/>
        </p:nvCxnSpPr>
        <p:spPr>
          <a:xfrm flipH="1">
            <a:off x="8101800" y="0"/>
            <a:ext cx="407160" cy="273960"/>
          </a:xfrm>
          <a:prstGeom prst="straightConnector1">
            <a:avLst/>
          </a:prstGeom>
          <a:ln w="9525">
            <a:solidFill>
              <a:srgbClr val="494949"/>
            </a:solidFill>
            <a:round/>
          </a:ln>
        </p:spPr>
      </p:cxnSp>
      <p:grpSp>
        <p:nvGrpSpPr>
          <p:cNvPr id="43" name="Google Shape;919;p19"/>
          <p:cNvGrpSpPr/>
          <p:nvPr/>
        </p:nvGrpSpPr>
        <p:grpSpPr>
          <a:xfrm>
            <a:off x="7407360" y="1284840"/>
            <a:ext cx="582120" cy="581400"/>
            <a:chOff x="7407360" y="1284840"/>
            <a:chExt cx="582120" cy="581400"/>
          </a:xfrm>
        </p:grpSpPr>
        <p:sp>
          <p:nvSpPr>
            <p:cNvPr id="44" name="Google Shape;920;p19"/>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921;p19"/>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922;p19"/>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923;p19"/>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924;p19"/>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925;p19"/>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0" name="Google Shape;926;p19"/>
          <p:cNvGrpSpPr/>
          <p:nvPr/>
        </p:nvGrpSpPr>
        <p:grpSpPr>
          <a:xfrm>
            <a:off x="7869600" y="2754360"/>
            <a:ext cx="292320" cy="291600"/>
            <a:chOff x="7869600" y="2754360"/>
            <a:chExt cx="292320" cy="291600"/>
          </a:xfrm>
        </p:grpSpPr>
        <p:sp>
          <p:nvSpPr>
            <p:cNvPr id="51" name="Google Shape;927;p19"/>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928;p19"/>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 name="Google Shape;929;p19"/>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930;p19"/>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 name="Google Shape;931;p19"/>
          <p:cNvGrpSpPr/>
          <p:nvPr/>
        </p:nvGrpSpPr>
        <p:grpSpPr>
          <a:xfrm>
            <a:off x="8012880" y="177840"/>
            <a:ext cx="174600" cy="174600"/>
            <a:chOff x="8012880" y="177840"/>
            <a:chExt cx="174600" cy="174600"/>
          </a:xfrm>
        </p:grpSpPr>
        <p:sp>
          <p:nvSpPr>
            <p:cNvPr id="56" name="Google Shape;932;p19"/>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933;p19"/>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934;p19"/>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Google Shape;935;p19"/>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 name="Google Shape;936;p19"/>
          <p:cNvGrpSpPr/>
          <p:nvPr/>
        </p:nvGrpSpPr>
        <p:grpSpPr>
          <a:xfrm>
            <a:off x="7551720" y="3880440"/>
            <a:ext cx="293040" cy="292680"/>
            <a:chOff x="7551720" y="3880440"/>
            <a:chExt cx="293040" cy="292680"/>
          </a:xfrm>
        </p:grpSpPr>
        <p:sp>
          <p:nvSpPr>
            <p:cNvPr id="61" name="Google Shape;937;p19"/>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Google Shape;938;p19"/>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Google Shape;939;p19"/>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940;p19"/>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941;p19"/>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942;p19"/>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7" name="Google Shape;943;p19"/>
          <p:cNvGrpSpPr/>
          <p:nvPr/>
        </p:nvGrpSpPr>
        <p:grpSpPr>
          <a:xfrm>
            <a:off x="8333280" y="249120"/>
            <a:ext cx="26640" cy="174600"/>
            <a:chOff x="8333280" y="249120"/>
            <a:chExt cx="26640" cy="174600"/>
          </a:xfrm>
        </p:grpSpPr>
        <p:sp>
          <p:nvSpPr>
            <p:cNvPr id="68" name="Google Shape;944;p19"/>
            <p:cNvSpPr/>
            <p:nvPr/>
          </p:nvSpPr>
          <p:spPr>
            <a:xfrm rot="16200000" flipV="1">
              <a:off x="8333280" y="397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945;p19"/>
            <p:cNvSpPr/>
            <p:nvPr/>
          </p:nvSpPr>
          <p:spPr>
            <a:xfrm rot="16200000" flipV="1">
              <a:off x="8333280" y="3232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946;p19"/>
            <p:cNvSpPr/>
            <p:nvPr/>
          </p:nvSpPr>
          <p:spPr>
            <a:xfrm rot="16200000" flipV="1">
              <a:off x="8333280" y="249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1" name="Google Shape;947;p19"/>
          <p:cNvCxnSpPr/>
          <p:nvPr/>
        </p:nvCxnSpPr>
        <p:spPr>
          <a:xfrm flipH="1" flipV="1">
            <a:off x="1513800" y="1824840"/>
            <a:ext cx="126360" cy="1672920"/>
          </a:xfrm>
          <a:prstGeom prst="straightConnector1">
            <a:avLst/>
          </a:prstGeom>
          <a:ln w="9525">
            <a:solidFill>
              <a:srgbClr val="494949"/>
            </a:solidFill>
            <a:round/>
          </a:ln>
        </p:spPr>
      </p:cxnSp>
      <p:cxnSp>
        <p:nvCxnSpPr>
          <p:cNvPr id="72" name="Google Shape;948;p19"/>
          <p:cNvCxnSpPr/>
          <p:nvPr/>
        </p:nvCxnSpPr>
        <p:spPr>
          <a:xfrm flipV="1">
            <a:off x="889920" y="3510720"/>
            <a:ext cx="743760" cy="829800"/>
          </a:xfrm>
          <a:prstGeom prst="straightConnector1">
            <a:avLst/>
          </a:prstGeom>
          <a:ln w="9525">
            <a:solidFill>
              <a:srgbClr val="494949"/>
            </a:solidFill>
            <a:round/>
          </a:ln>
        </p:spPr>
      </p:cxnSp>
      <p:cxnSp>
        <p:nvCxnSpPr>
          <p:cNvPr id="73" name="Google Shape;949;p19"/>
          <p:cNvCxnSpPr/>
          <p:nvPr/>
        </p:nvCxnSpPr>
        <p:spPr>
          <a:xfrm flipH="1" flipV="1">
            <a:off x="909720" y="4347000"/>
            <a:ext cx="1188360" cy="796680"/>
          </a:xfrm>
          <a:prstGeom prst="straightConnector1">
            <a:avLst/>
          </a:prstGeom>
          <a:ln w="9525">
            <a:solidFill>
              <a:srgbClr val="494949"/>
            </a:solidFill>
            <a:round/>
          </a:ln>
        </p:spPr>
      </p:cxnSp>
      <p:grpSp>
        <p:nvGrpSpPr>
          <p:cNvPr id="74" name="Google Shape;950;p19"/>
          <p:cNvGrpSpPr/>
          <p:nvPr/>
        </p:nvGrpSpPr>
        <p:grpSpPr>
          <a:xfrm>
            <a:off x="621360" y="4062240"/>
            <a:ext cx="582120" cy="581400"/>
            <a:chOff x="621360" y="4062240"/>
            <a:chExt cx="582120" cy="581400"/>
          </a:xfrm>
        </p:grpSpPr>
        <p:sp>
          <p:nvSpPr>
            <p:cNvPr id="75" name="Google Shape;951;p19"/>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952;p19"/>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 name="Google Shape;953;p19"/>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954;p19"/>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955;p19"/>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956;p19"/>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 name="Google Shape;957;p19"/>
          <p:cNvGrpSpPr/>
          <p:nvPr/>
        </p:nvGrpSpPr>
        <p:grpSpPr>
          <a:xfrm>
            <a:off x="1482840" y="3351240"/>
            <a:ext cx="292320" cy="291600"/>
            <a:chOff x="1482840" y="3351240"/>
            <a:chExt cx="292320" cy="291600"/>
          </a:xfrm>
        </p:grpSpPr>
        <p:sp>
          <p:nvSpPr>
            <p:cNvPr id="82" name="Google Shape;958;p19"/>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959;p19"/>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 name="Google Shape;960;p19"/>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961;p19"/>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6" name="Google Shape;962;p19"/>
          <p:cNvGrpSpPr/>
          <p:nvPr/>
        </p:nvGrpSpPr>
        <p:grpSpPr>
          <a:xfrm>
            <a:off x="1595520" y="4790160"/>
            <a:ext cx="174600" cy="174600"/>
            <a:chOff x="1595520" y="4790160"/>
            <a:chExt cx="174600" cy="174600"/>
          </a:xfrm>
        </p:grpSpPr>
        <p:sp>
          <p:nvSpPr>
            <p:cNvPr id="87" name="Google Shape;963;p19"/>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964;p19"/>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965;p19"/>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 name="Google Shape;966;p19"/>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1" name="Google Shape;967;p19"/>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968;p19"/>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 name="Google Shape;969;p19"/>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970;p19"/>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 name="Google Shape;971;p19"/>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972;p19"/>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7" name="Google Shape;973;p19"/>
          <p:cNvGrpSpPr/>
          <p:nvPr/>
        </p:nvGrpSpPr>
        <p:grpSpPr>
          <a:xfrm>
            <a:off x="1775520" y="1441440"/>
            <a:ext cx="26640" cy="174600"/>
            <a:chOff x="1775520" y="1441440"/>
            <a:chExt cx="26640" cy="174600"/>
          </a:xfrm>
        </p:grpSpPr>
        <p:sp>
          <p:nvSpPr>
            <p:cNvPr id="98" name="Google Shape;974;p19"/>
            <p:cNvSpPr/>
            <p:nvPr/>
          </p:nvSpPr>
          <p:spPr>
            <a:xfrm rot="5400000">
              <a:off x="1775520" y="1441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975;p19"/>
            <p:cNvSpPr/>
            <p:nvPr/>
          </p:nvSpPr>
          <p:spPr>
            <a:xfrm rot="5400000">
              <a:off x="1775520" y="15152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 name="Google Shape;976;p19"/>
            <p:cNvSpPr/>
            <p:nvPr/>
          </p:nvSpPr>
          <p:spPr>
            <a:xfrm rot="5400000">
              <a:off x="1775520" y="15894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1" name="Google Shape;977;p19"/>
          <p:cNvGrpSpPr/>
          <p:nvPr/>
        </p:nvGrpSpPr>
        <p:grpSpPr>
          <a:xfrm>
            <a:off x="1893960" y="4488120"/>
            <a:ext cx="26640" cy="174600"/>
            <a:chOff x="1893960" y="4488120"/>
            <a:chExt cx="26640" cy="174600"/>
          </a:xfrm>
        </p:grpSpPr>
        <p:sp>
          <p:nvSpPr>
            <p:cNvPr id="102" name="Google Shape;978;p19"/>
            <p:cNvSpPr/>
            <p:nvPr/>
          </p:nvSpPr>
          <p:spPr>
            <a:xfrm rot="5400000">
              <a:off x="1893960" y="4488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 name="Google Shape;979;p19"/>
            <p:cNvSpPr/>
            <p:nvPr/>
          </p:nvSpPr>
          <p:spPr>
            <a:xfrm rot="5400000">
              <a:off x="1893960" y="45619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 name="Google Shape;980;p19"/>
            <p:cNvSpPr/>
            <p:nvPr/>
          </p:nvSpPr>
          <p:spPr>
            <a:xfrm rot="5400000">
              <a:off x="1893960" y="4636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 name="Google Shape;981;p19"/>
          <p:cNvGrpSpPr/>
          <p:nvPr/>
        </p:nvGrpSpPr>
        <p:grpSpPr>
          <a:xfrm>
            <a:off x="483120" y="4066920"/>
            <a:ext cx="26640" cy="174600"/>
            <a:chOff x="483120" y="4066920"/>
            <a:chExt cx="26640" cy="174600"/>
          </a:xfrm>
        </p:grpSpPr>
        <p:sp>
          <p:nvSpPr>
            <p:cNvPr id="106" name="Google Shape;982;p19"/>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 name="Google Shape;983;p19"/>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 name="Google Shape;984;p19"/>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ITLE_AND_BODY_1">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217" name="PlaceHolder 1"/>
          <p:cNvSpPr>
            <a:spLocks noGrp="1"/>
          </p:cNvSpPr>
          <p:nvPr>
            <p:ph type="title"/>
          </p:nvPr>
        </p:nvSpPr>
        <p:spPr>
          <a:xfrm>
            <a:off x="2105280" y="384120"/>
            <a:ext cx="4937400" cy="107892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218"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2532960" y="338400"/>
            <a:ext cx="408708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10" name="PlaceHolder 2"/>
          <p:cNvSpPr>
            <a:spLocks noGrp="1"/>
          </p:cNvSpPr>
          <p:nvPr>
            <p:ph type="body"/>
          </p:nvPr>
        </p:nvSpPr>
        <p:spPr>
          <a:xfrm>
            <a:off x="714600" y="1152000"/>
            <a:ext cx="7705080" cy="3529080"/>
          </a:xfrm>
          <a:prstGeom prst="rect">
            <a:avLst/>
          </a:prstGeom>
          <a:noFill/>
          <a:ln w="0">
            <a:noFill/>
          </a:ln>
        </p:spPr>
        <p:txBody>
          <a:bodyPr lIns="91440" tIns="91440" rIns="91440" bIns="91440" anchor="ctr">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111" name="Google Shape;1142;p23"/>
          <p:cNvCxnSpPr/>
          <p:nvPr/>
        </p:nvCxnSpPr>
        <p:spPr>
          <a:xfrm flipH="1" flipV="1">
            <a:off x="302760" y="3359160"/>
            <a:ext cx="152280" cy="957600"/>
          </a:xfrm>
          <a:prstGeom prst="straightConnector1">
            <a:avLst/>
          </a:prstGeom>
          <a:ln w="9525">
            <a:solidFill>
              <a:srgbClr val="3D3D3D"/>
            </a:solidFill>
            <a:round/>
          </a:ln>
        </p:spPr>
      </p:cxnSp>
      <p:cxnSp>
        <p:nvCxnSpPr>
          <p:cNvPr id="112" name="Google Shape;1143;p23"/>
          <p:cNvCxnSpPr/>
          <p:nvPr/>
        </p:nvCxnSpPr>
        <p:spPr>
          <a:xfrm flipV="1">
            <a:off x="0" y="4332240"/>
            <a:ext cx="446760" cy="664560"/>
          </a:xfrm>
          <a:prstGeom prst="straightConnector1">
            <a:avLst/>
          </a:prstGeom>
          <a:ln w="9525">
            <a:solidFill>
              <a:srgbClr val="3D3D3D"/>
            </a:solidFill>
            <a:round/>
          </a:ln>
        </p:spPr>
      </p:cxnSp>
      <p:grpSp>
        <p:nvGrpSpPr>
          <p:cNvPr id="113" name="Google Shape;1144;p23"/>
          <p:cNvGrpSpPr/>
          <p:nvPr/>
        </p:nvGrpSpPr>
        <p:grpSpPr>
          <a:xfrm>
            <a:off x="300600" y="4167720"/>
            <a:ext cx="291600" cy="292320"/>
            <a:chOff x="300600" y="4167720"/>
            <a:chExt cx="291600" cy="292320"/>
          </a:xfrm>
        </p:grpSpPr>
        <p:sp>
          <p:nvSpPr>
            <p:cNvPr id="114" name="Google Shape;1145;p23"/>
            <p:cNvSpPr/>
            <p:nvPr/>
          </p:nvSpPr>
          <p:spPr>
            <a:xfrm flipH="1">
              <a:off x="305280" y="41727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 name="Google Shape;1146;p23"/>
            <p:cNvSpPr/>
            <p:nvPr/>
          </p:nvSpPr>
          <p:spPr>
            <a:xfrm flipH="1">
              <a:off x="300600" y="41677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1147;p23"/>
            <p:cNvSpPr/>
            <p:nvPr/>
          </p:nvSpPr>
          <p:spPr>
            <a:xfrm flipH="1">
              <a:off x="366840" y="42346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1148;p23"/>
            <p:cNvSpPr/>
            <p:nvPr/>
          </p:nvSpPr>
          <p:spPr>
            <a:xfrm flipH="1">
              <a:off x="361800" y="423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8" name="Google Shape;1149;p23"/>
          <p:cNvGrpSpPr/>
          <p:nvPr/>
        </p:nvGrpSpPr>
        <p:grpSpPr>
          <a:xfrm>
            <a:off x="148320" y="3224160"/>
            <a:ext cx="292680" cy="293040"/>
            <a:chOff x="148320" y="3224160"/>
            <a:chExt cx="292680" cy="293040"/>
          </a:xfrm>
        </p:grpSpPr>
        <p:sp>
          <p:nvSpPr>
            <p:cNvPr id="119" name="Google Shape;1150;p23"/>
            <p:cNvSpPr/>
            <p:nvPr/>
          </p:nvSpPr>
          <p:spPr>
            <a:xfrm flipH="1">
              <a:off x="150480" y="32266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1151;p23"/>
            <p:cNvSpPr/>
            <p:nvPr/>
          </p:nvSpPr>
          <p:spPr>
            <a:xfrm flipH="1">
              <a:off x="147960" y="32241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 name="Google Shape;1152;p23"/>
            <p:cNvSpPr/>
            <p:nvPr/>
          </p:nvSpPr>
          <p:spPr>
            <a:xfrm flipH="1">
              <a:off x="187560" y="326340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1153;p23"/>
            <p:cNvSpPr/>
            <p:nvPr/>
          </p:nvSpPr>
          <p:spPr>
            <a:xfrm flipH="1">
              <a:off x="185400" y="326088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 name="Google Shape;1154;p23"/>
            <p:cNvSpPr/>
            <p:nvPr/>
          </p:nvSpPr>
          <p:spPr>
            <a:xfrm flipH="1">
              <a:off x="226800" y="330300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 name="Google Shape;1155;p23"/>
            <p:cNvSpPr/>
            <p:nvPr/>
          </p:nvSpPr>
          <p:spPr>
            <a:xfrm flipH="1">
              <a:off x="224280" y="330084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5" name="Google Shape;1156;p23"/>
          <p:cNvCxnSpPr/>
          <p:nvPr/>
        </p:nvCxnSpPr>
        <p:spPr>
          <a:xfrm flipH="1" flipV="1">
            <a:off x="7196760" y="294840"/>
            <a:ext cx="1157400" cy="543240"/>
          </a:xfrm>
          <a:prstGeom prst="straightConnector1">
            <a:avLst/>
          </a:prstGeom>
          <a:ln w="9525">
            <a:solidFill>
              <a:srgbClr val="3D3D3D"/>
            </a:solidFill>
            <a:round/>
          </a:ln>
        </p:spPr>
      </p:cxnSp>
      <p:cxnSp>
        <p:nvCxnSpPr>
          <p:cNvPr id="126" name="Google Shape;1157;p23"/>
          <p:cNvCxnSpPr/>
          <p:nvPr/>
        </p:nvCxnSpPr>
        <p:spPr>
          <a:xfrm flipH="1">
            <a:off x="8353800" y="-6480"/>
            <a:ext cx="792000" cy="836280"/>
          </a:xfrm>
          <a:prstGeom prst="straightConnector1">
            <a:avLst/>
          </a:prstGeom>
          <a:ln w="9525">
            <a:solidFill>
              <a:srgbClr val="3D3D3D"/>
            </a:solidFill>
            <a:round/>
          </a:ln>
        </p:spPr>
      </p:cxnSp>
      <p:grpSp>
        <p:nvGrpSpPr>
          <p:cNvPr id="127" name="Google Shape;1158;p23"/>
          <p:cNvGrpSpPr/>
          <p:nvPr/>
        </p:nvGrpSpPr>
        <p:grpSpPr>
          <a:xfrm>
            <a:off x="8064360" y="527040"/>
            <a:ext cx="581400" cy="582120"/>
            <a:chOff x="8064360" y="527040"/>
            <a:chExt cx="581400" cy="582120"/>
          </a:xfrm>
        </p:grpSpPr>
        <p:sp>
          <p:nvSpPr>
            <p:cNvPr id="128" name="Google Shape;1159;p23"/>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 name="Google Shape;1160;p23"/>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 name="Google Shape;1161;p23"/>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1162;p23"/>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1163;p23"/>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1164;p23"/>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4" name="Google Shape;1165;p23"/>
          <p:cNvGrpSpPr/>
          <p:nvPr/>
        </p:nvGrpSpPr>
        <p:grpSpPr>
          <a:xfrm>
            <a:off x="7034040" y="171000"/>
            <a:ext cx="291600" cy="292320"/>
            <a:chOff x="7034040" y="171000"/>
            <a:chExt cx="291600" cy="292320"/>
          </a:xfrm>
        </p:grpSpPr>
        <p:sp>
          <p:nvSpPr>
            <p:cNvPr id="135" name="Google Shape;1166;p23"/>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1167;p23"/>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 name="Google Shape;1168;p23"/>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1169;p23"/>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9" name="Google Shape;1170;p23"/>
          <p:cNvGrpSpPr/>
          <p:nvPr/>
        </p:nvGrpSpPr>
        <p:grpSpPr>
          <a:xfrm>
            <a:off x="8758080" y="229680"/>
            <a:ext cx="174600" cy="174600"/>
            <a:chOff x="8758080" y="229680"/>
            <a:chExt cx="174600" cy="174600"/>
          </a:xfrm>
        </p:grpSpPr>
        <p:sp>
          <p:nvSpPr>
            <p:cNvPr id="140" name="Google Shape;1171;p23"/>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 name="Google Shape;1172;p23"/>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1173;p23"/>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 name="Google Shape;1174;p23"/>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 name="Google Shape;1175;p23"/>
          <p:cNvGrpSpPr/>
          <p:nvPr/>
        </p:nvGrpSpPr>
        <p:grpSpPr>
          <a:xfrm>
            <a:off x="8489880" y="171000"/>
            <a:ext cx="174960" cy="26640"/>
            <a:chOff x="8489880" y="171000"/>
            <a:chExt cx="174960" cy="26640"/>
          </a:xfrm>
        </p:grpSpPr>
        <p:sp>
          <p:nvSpPr>
            <p:cNvPr id="145" name="Google Shape;1176;p23"/>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1177;p23"/>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 name="Google Shape;1178;p23"/>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8" name="Google Shape;1179;p23"/>
          <p:cNvGrpSpPr/>
          <p:nvPr/>
        </p:nvGrpSpPr>
        <p:grpSpPr>
          <a:xfrm>
            <a:off x="7916400" y="1124640"/>
            <a:ext cx="174600" cy="26640"/>
            <a:chOff x="7916400" y="1124640"/>
            <a:chExt cx="174600" cy="26640"/>
          </a:xfrm>
        </p:grpSpPr>
        <p:sp>
          <p:nvSpPr>
            <p:cNvPr id="149" name="Google Shape;1180;p23"/>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1181;p23"/>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1182;p23"/>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 bg1="lt1" tx1="dk1" bg2="dk2" tx2="lt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52" name="Google Shape;111;p4"/>
          <p:cNvGrpSpPr/>
          <p:nvPr/>
        </p:nvGrpSpPr>
        <p:grpSpPr>
          <a:xfrm>
            <a:off x="4484520" y="4433040"/>
            <a:ext cx="174600" cy="26640"/>
            <a:chOff x="4484520" y="4433040"/>
            <a:chExt cx="174600" cy="26640"/>
          </a:xfrm>
        </p:grpSpPr>
        <p:sp>
          <p:nvSpPr>
            <p:cNvPr id="153" name="Google Shape;112;p4"/>
            <p:cNvSpPr/>
            <p:nvPr/>
          </p:nvSpPr>
          <p:spPr>
            <a:xfrm>
              <a:off x="448452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113;p4"/>
            <p:cNvSpPr/>
            <p:nvPr/>
          </p:nvSpPr>
          <p:spPr>
            <a:xfrm>
              <a:off x="455868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114;p4"/>
            <p:cNvSpPr/>
            <p:nvPr/>
          </p:nvSpPr>
          <p:spPr>
            <a:xfrm>
              <a:off x="463248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6" name="PlaceHolder 1"/>
          <p:cNvSpPr>
            <a:spLocks noGrp="1"/>
          </p:cNvSpPr>
          <p:nvPr>
            <p:ph type="title"/>
          </p:nvPr>
        </p:nvSpPr>
        <p:spPr>
          <a:xfrm>
            <a:off x="1794960" y="2477880"/>
            <a:ext cx="555372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57" name="Google Shape;116;p4"/>
          <p:cNvGrpSpPr/>
          <p:nvPr/>
        </p:nvGrpSpPr>
        <p:grpSpPr>
          <a:xfrm>
            <a:off x="432720" y="0"/>
            <a:ext cx="8278200" cy="5165640"/>
            <a:chOff x="432720" y="0"/>
            <a:chExt cx="8278200" cy="5165640"/>
          </a:xfrm>
        </p:grpSpPr>
        <p:cxnSp>
          <p:nvCxnSpPr>
            <p:cNvPr id="158" name="Google Shape;117;p4"/>
            <p:cNvCxnSpPr/>
            <p:nvPr/>
          </p:nvCxnSpPr>
          <p:spPr>
            <a:xfrm flipV="1">
              <a:off x="8420040" y="2664000"/>
              <a:ext cx="360" cy="2502000"/>
            </a:xfrm>
            <a:prstGeom prst="straightConnector1">
              <a:avLst/>
            </a:prstGeom>
            <a:ln w="9525">
              <a:solidFill>
                <a:srgbClr val="3D3D3D"/>
              </a:solidFill>
              <a:round/>
            </a:ln>
          </p:spPr>
        </p:cxnSp>
        <p:grpSp>
          <p:nvGrpSpPr>
            <p:cNvPr id="159" name="Google Shape;118;p4"/>
            <p:cNvGrpSpPr/>
            <p:nvPr/>
          </p:nvGrpSpPr>
          <p:grpSpPr>
            <a:xfrm>
              <a:off x="8129520" y="4292280"/>
              <a:ext cx="581400" cy="582120"/>
              <a:chOff x="8129520" y="4292280"/>
              <a:chExt cx="581400" cy="582120"/>
            </a:xfrm>
          </p:grpSpPr>
          <p:sp>
            <p:nvSpPr>
              <p:cNvPr id="160" name="Google Shape;119;p4"/>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120;p4"/>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121;p4"/>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122;p4"/>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123;p4"/>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Google Shape;124;p4"/>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6" name="Google Shape;125;p4"/>
            <p:cNvGrpSpPr/>
            <p:nvPr/>
          </p:nvGrpSpPr>
          <p:grpSpPr>
            <a:xfrm>
              <a:off x="8274240" y="3720600"/>
              <a:ext cx="291600" cy="292320"/>
              <a:chOff x="8274240" y="3720600"/>
              <a:chExt cx="291600" cy="292320"/>
            </a:xfrm>
          </p:grpSpPr>
          <p:sp>
            <p:nvSpPr>
              <p:cNvPr id="167" name="Google Shape;126;p4"/>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127;p4"/>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128;p4"/>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Google Shape;129;p4"/>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1" name="Google Shape;130;p4"/>
            <p:cNvGrpSpPr/>
            <p:nvPr/>
          </p:nvGrpSpPr>
          <p:grpSpPr>
            <a:xfrm>
              <a:off x="8332920" y="3212640"/>
              <a:ext cx="174600" cy="174600"/>
              <a:chOff x="8332920" y="3212640"/>
              <a:chExt cx="174600" cy="174600"/>
            </a:xfrm>
          </p:grpSpPr>
          <p:sp>
            <p:nvSpPr>
              <p:cNvPr id="172" name="Google Shape;131;p4"/>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 name="Google Shape;132;p4"/>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133;p4"/>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 name="Google Shape;134;p4"/>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76" name="Google Shape;135;p4"/>
            <p:cNvCxnSpPr/>
            <p:nvPr/>
          </p:nvCxnSpPr>
          <p:spPr>
            <a:xfrm>
              <a:off x="723600" y="360"/>
              <a:ext cx="360" cy="2502000"/>
            </a:xfrm>
            <a:prstGeom prst="straightConnector1">
              <a:avLst/>
            </a:prstGeom>
            <a:ln w="9525">
              <a:solidFill>
                <a:srgbClr val="3D3D3D"/>
              </a:solidFill>
              <a:round/>
            </a:ln>
          </p:spPr>
        </p:cxnSp>
        <p:grpSp>
          <p:nvGrpSpPr>
            <p:cNvPr id="177" name="Google Shape;136;p4"/>
            <p:cNvGrpSpPr/>
            <p:nvPr/>
          </p:nvGrpSpPr>
          <p:grpSpPr>
            <a:xfrm>
              <a:off x="433080" y="291960"/>
              <a:ext cx="581400" cy="582120"/>
              <a:chOff x="433080" y="291960"/>
              <a:chExt cx="581400" cy="582120"/>
            </a:xfrm>
          </p:grpSpPr>
          <p:sp>
            <p:nvSpPr>
              <p:cNvPr id="178" name="Google Shape;137;p4"/>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 name="Google Shape;138;p4"/>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 name="Google Shape;139;p4"/>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 name="Google Shape;140;p4"/>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 name="Google Shape;141;p4"/>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142;p4"/>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4" name="Google Shape;143;p4"/>
            <p:cNvGrpSpPr/>
            <p:nvPr/>
          </p:nvGrpSpPr>
          <p:grpSpPr>
            <a:xfrm>
              <a:off x="578160" y="1153440"/>
              <a:ext cx="291600" cy="292320"/>
              <a:chOff x="578160" y="1153440"/>
              <a:chExt cx="291600" cy="292320"/>
            </a:xfrm>
          </p:grpSpPr>
          <p:sp>
            <p:nvSpPr>
              <p:cNvPr id="185" name="Google Shape;144;p4"/>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 name="Google Shape;145;p4"/>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 name="Google Shape;146;p4"/>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Google Shape;147;p4"/>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9" name="Google Shape;148;p4"/>
            <p:cNvGrpSpPr/>
            <p:nvPr/>
          </p:nvGrpSpPr>
          <p:grpSpPr>
            <a:xfrm>
              <a:off x="636480" y="1779120"/>
              <a:ext cx="174600" cy="174600"/>
              <a:chOff x="636480" y="1779120"/>
              <a:chExt cx="174600" cy="174600"/>
            </a:xfrm>
          </p:grpSpPr>
          <p:sp>
            <p:nvSpPr>
              <p:cNvPr id="190" name="Google Shape;149;p4"/>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 name="Google Shape;150;p4"/>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 name="Google Shape;151;p4"/>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152;p4"/>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4" name="Google Shape;153;p4"/>
            <p:cNvGrpSpPr/>
            <p:nvPr/>
          </p:nvGrpSpPr>
          <p:grpSpPr>
            <a:xfrm>
              <a:off x="432720" y="2003040"/>
              <a:ext cx="174960" cy="26640"/>
              <a:chOff x="432720" y="2003040"/>
              <a:chExt cx="174960" cy="26640"/>
            </a:xfrm>
          </p:grpSpPr>
          <p:sp>
            <p:nvSpPr>
              <p:cNvPr id="195" name="Google Shape;154;p4"/>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 name="Google Shape;155;p4"/>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 name="Google Shape;156;p4"/>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8" name="Google Shape;157;p4"/>
            <p:cNvGrpSpPr/>
            <p:nvPr/>
          </p:nvGrpSpPr>
          <p:grpSpPr>
            <a:xfrm>
              <a:off x="788040" y="208440"/>
              <a:ext cx="174600" cy="26640"/>
              <a:chOff x="788040" y="208440"/>
              <a:chExt cx="174600" cy="26640"/>
            </a:xfrm>
          </p:grpSpPr>
          <p:sp>
            <p:nvSpPr>
              <p:cNvPr id="199" name="Google Shape;158;p4"/>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159;p4"/>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 name="Google Shape;160;p4"/>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2" name="Google Shape;161;p4"/>
            <p:cNvGrpSpPr/>
            <p:nvPr/>
          </p:nvGrpSpPr>
          <p:grpSpPr>
            <a:xfrm>
              <a:off x="8129520" y="4988880"/>
              <a:ext cx="174600" cy="26640"/>
              <a:chOff x="8129520" y="4988880"/>
              <a:chExt cx="174600" cy="26640"/>
            </a:xfrm>
          </p:grpSpPr>
          <p:sp>
            <p:nvSpPr>
              <p:cNvPr id="203" name="Google Shape;162;p4"/>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 name="Google Shape;163;p4"/>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 name="Google Shape;164;p4"/>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6" name="Google Shape;165;p4"/>
            <p:cNvGrpSpPr/>
            <p:nvPr/>
          </p:nvGrpSpPr>
          <p:grpSpPr>
            <a:xfrm>
              <a:off x="8497440" y="3429360"/>
              <a:ext cx="174600" cy="26640"/>
              <a:chOff x="8497440" y="3429360"/>
              <a:chExt cx="174600" cy="26640"/>
            </a:xfrm>
          </p:grpSpPr>
          <p:sp>
            <p:nvSpPr>
              <p:cNvPr id="207" name="Google Shape;166;p4"/>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 name="Google Shape;167;p4"/>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 name="Google Shape;168;p4"/>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210" name="Google Shape;169;p4"/>
            <p:cNvCxnSpPr/>
            <p:nvPr/>
          </p:nvCxnSpPr>
          <p:spPr>
            <a:xfrm>
              <a:off x="8407080" y="0"/>
              <a:ext cx="360" cy="2161080"/>
            </a:xfrm>
            <a:prstGeom prst="straightConnector1">
              <a:avLst/>
            </a:prstGeom>
            <a:ln w="9525">
              <a:solidFill>
                <a:srgbClr val="3D3D3D"/>
              </a:solidFill>
              <a:round/>
            </a:ln>
          </p:spPr>
        </p:cxnSp>
        <p:cxnSp>
          <p:nvCxnSpPr>
            <p:cNvPr id="211" name="Google Shape;170;p4"/>
            <p:cNvCxnSpPr/>
            <p:nvPr/>
          </p:nvCxnSpPr>
          <p:spPr>
            <a:xfrm>
              <a:off x="717840" y="2985480"/>
              <a:ext cx="360" cy="2161080"/>
            </a:xfrm>
            <a:prstGeom prst="straightConnector1">
              <a:avLst/>
            </a:prstGeom>
            <a:ln w="9525">
              <a:solidFill>
                <a:srgbClr val="3D3D3D"/>
              </a:solidFill>
              <a:round/>
            </a:ln>
          </p:spPr>
        </p:cxnSp>
        <p:sp>
          <p:nvSpPr>
            <p:cNvPr id="212" name="Google Shape;171;p4"/>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 name="Google Shape;172;p4"/>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173;p4"/>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 name="Google Shape;174;p4"/>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1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hyperlink" Target="https://www.ilo.org/?utm_source=chatgpt.com"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weforum.org/?utm_source=chatgpt.com" TargetMode="External"/><Relationship Id="rId2" Type="http://schemas.openxmlformats.org/officeDocument/2006/relationships/hyperlink" Target="https://www.ilo.org/?utm_source=chatgpt.com" TargetMode="External"/><Relationship Id="rId1" Type="http://schemas.openxmlformats.org/officeDocument/2006/relationships/slideLayout" Target="../slideLayouts/slideLayout4.xml"/><Relationship Id="rId6" Type="http://schemas.openxmlformats.org/officeDocument/2006/relationships/hyperlink" Target="https://www.gartner.com/?utm_source=chatgpt.com" TargetMode="External"/><Relationship Id="rId5" Type="http://schemas.openxmlformats.org/officeDocument/2006/relationships/hyperlink" Target="https://www.mckinsey.com/?utm_source=chatgpt.com" TargetMode="External"/><Relationship Id="rId4" Type="http://schemas.openxmlformats.org/officeDocument/2006/relationships/hyperlink" Target="https://hbr.org/?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9" name="Google Shape;1746;p36"/>
          <p:cNvGrpSpPr/>
          <p:nvPr/>
        </p:nvGrpSpPr>
        <p:grpSpPr>
          <a:xfrm>
            <a:off x="150840" y="1506600"/>
            <a:ext cx="4420440" cy="3636360"/>
            <a:chOff x="150840" y="1506600"/>
            <a:chExt cx="4420440" cy="3636360"/>
          </a:xfrm>
        </p:grpSpPr>
        <p:sp>
          <p:nvSpPr>
            <p:cNvPr id="220" name="Google Shape;1747;p36"/>
            <p:cNvSpPr/>
            <p:nvPr/>
          </p:nvSpPr>
          <p:spPr>
            <a:xfrm>
              <a:off x="389880" y="1506600"/>
              <a:ext cx="3972240" cy="3552480"/>
            </a:xfrm>
            <a:custGeom>
              <a:avLst/>
              <a:gdLst>
                <a:gd name="textAreaLeft" fmla="*/ 0 w 3972240"/>
                <a:gd name="textAreaRight" fmla="*/ 3972600 w 3972240"/>
                <a:gd name="textAreaTop" fmla="*/ 0 h 3552480"/>
                <a:gd name="textAreaBottom" fmla="*/ 3552840 h 3552480"/>
              </a:gdLst>
              <a:ahLst/>
              <a:cxnLst/>
              <a:rect l="textAreaLeft" t="textAreaTop" r="textAreaRight" b="textAreaBottom"/>
              <a:pathLst>
                <a:path w="240073" h="204367">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 name="Google Shape;1748;p36"/>
            <p:cNvSpPr/>
            <p:nvPr/>
          </p:nvSpPr>
          <p:spPr>
            <a:xfrm>
              <a:off x="507600" y="1506600"/>
              <a:ext cx="3815280" cy="3547800"/>
            </a:xfrm>
            <a:custGeom>
              <a:avLst/>
              <a:gdLst>
                <a:gd name="textAreaLeft" fmla="*/ 0 w 3815280"/>
                <a:gd name="textAreaRight" fmla="*/ 3815640 w 3815280"/>
                <a:gd name="textAreaTop" fmla="*/ 0 h 3547800"/>
                <a:gd name="textAreaBottom" fmla="*/ 3548160 h 3547800"/>
              </a:gdLst>
              <a:ahLst/>
              <a:cxnLst/>
              <a:rect l="textAreaLeft" t="textAreaTop" r="textAreaRight" b="textAreaBottom"/>
              <a:pathLst>
                <a:path w="230591" h="204097">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1749;p36"/>
            <p:cNvSpPr/>
            <p:nvPr/>
          </p:nvSpPr>
          <p:spPr>
            <a:xfrm>
              <a:off x="3913920" y="3573720"/>
              <a:ext cx="587520" cy="1562400"/>
            </a:xfrm>
            <a:custGeom>
              <a:avLst/>
              <a:gdLst>
                <a:gd name="textAreaLeft" fmla="*/ 0 w 587520"/>
                <a:gd name="textAreaRight" fmla="*/ 587880 w 587520"/>
                <a:gd name="textAreaTop" fmla="*/ 0 h 1562400"/>
                <a:gd name="textAreaBottom" fmla="*/ 1562760 h 1562400"/>
              </a:gdLst>
              <a:ahLst/>
              <a:cxnLst/>
              <a:rect l="textAreaLeft" t="textAreaTop" r="textAreaRight" b="textAreaBottom"/>
              <a:pathLst>
                <a:path w="35529" h="89901">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 name="Google Shape;1750;p36"/>
            <p:cNvSpPr/>
            <p:nvPr/>
          </p:nvSpPr>
          <p:spPr>
            <a:xfrm>
              <a:off x="1820880" y="3048120"/>
              <a:ext cx="1759320" cy="2094480"/>
            </a:xfrm>
            <a:custGeom>
              <a:avLst/>
              <a:gdLst>
                <a:gd name="textAreaLeft" fmla="*/ 0 w 1759320"/>
                <a:gd name="textAreaRight" fmla="*/ 1759680 w 1759320"/>
                <a:gd name="textAreaTop" fmla="*/ 0 h 2094480"/>
                <a:gd name="textAreaBottom" fmla="*/ 2094840 h 2094480"/>
              </a:gdLst>
              <a:ahLst/>
              <a:cxnLst/>
              <a:rect l="textAreaLeft" t="textAreaTop" r="textAreaRight" b="textAreaBottom"/>
              <a:pathLst>
                <a:path w="106343" h="120505">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 name="Google Shape;1751;p36"/>
            <p:cNvSpPr/>
            <p:nvPr/>
          </p:nvSpPr>
          <p:spPr>
            <a:xfrm>
              <a:off x="1820880" y="3225240"/>
              <a:ext cx="1611360" cy="1917720"/>
            </a:xfrm>
            <a:custGeom>
              <a:avLst/>
              <a:gdLst>
                <a:gd name="textAreaLeft" fmla="*/ 0 w 1611360"/>
                <a:gd name="textAreaRight" fmla="*/ 1611720 w 1611360"/>
                <a:gd name="textAreaTop" fmla="*/ 0 h 1917720"/>
                <a:gd name="textAreaBottom" fmla="*/ 1918080 h 1917720"/>
              </a:gdLst>
              <a:ahLst/>
              <a:cxnLst/>
              <a:rect l="textAreaLeft" t="textAreaTop" r="textAreaRight" b="textAreaBottom"/>
              <a:pathLst>
                <a:path w="97389" h="110331">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1752;p36"/>
            <p:cNvSpPr/>
            <p:nvPr/>
          </p:nvSpPr>
          <p:spPr>
            <a:xfrm>
              <a:off x="3426480" y="3054600"/>
              <a:ext cx="148320" cy="2081880"/>
            </a:xfrm>
            <a:custGeom>
              <a:avLst/>
              <a:gdLst>
                <a:gd name="textAreaLeft" fmla="*/ 0 w 148320"/>
                <a:gd name="textAreaRight" fmla="*/ 148680 w 148320"/>
                <a:gd name="textAreaTop" fmla="*/ 0 h 2081880"/>
                <a:gd name="textAreaBottom" fmla="*/ 2082240 h 2081880"/>
              </a:gdLst>
              <a:ahLst/>
              <a:cxnLst/>
              <a:rect l="textAreaLeft" t="textAreaTop" r="textAreaRight" b="textAreaBottom"/>
              <a:pathLst>
                <a:path w="8995" h="119773">
                  <a:moveTo>
                    <a:pt x="8995" y="1"/>
                  </a:moveTo>
                  <a:lnTo>
                    <a:pt x="1" y="10134"/>
                  </a:lnTo>
                  <a:lnTo>
                    <a:pt x="1" y="119772"/>
                  </a:lnTo>
                  <a:lnTo>
                    <a:pt x="8995" y="119772"/>
                  </a:lnTo>
                  <a:lnTo>
                    <a:pt x="8995"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 name="Google Shape;1753;p36"/>
            <p:cNvSpPr/>
            <p:nvPr/>
          </p:nvSpPr>
          <p:spPr>
            <a:xfrm>
              <a:off x="350244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0" y="1"/>
                  </a:moveTo>
                  <a:lnTo>
                    <a:pt x="0" y="22058"/>
                  </a:lnTo>
                  <a:lnTo>
                    <a:pt x="4396" y="22058"/>
                  </a:lnTo>
                  <a:lnTo>
                    <a:pt x="439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7" name="Google Shape;1754;p36"/>
            <p:cNvSpPr/>
            <p:nvPr/>
          </p:nvSpPr>
          <p:spPr>
            <a:xfrm>
              <a:off x="349704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8" h="22751">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1755;p36"/>
            <p:cNvSpPr/>
            <p:nvPr/>
          </p:nvSpPr>
          <p:spPr>
            <a:xfrm>
              <a:off x="357516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6" h="37361">
                  <a:moveTo>
                    <a:pt x="18965" y="0"/>
                  </a:moveTo>
                  <a:lnTo>
                    <a:pt x="1" y="15303"/>
                  </a:lnTo>
                  <a:lnTo>
                    <a:pt x="1" y="37360"/>
                  </a:lnTo>
                  <a:lnTo>
                    <a:pt x="18965" y="37360"/>
                  </a:lnTo>
                  <a:lnTo>
                    <a:pt x="18965"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 name="Google Shape;1756;p36"/>
            <p:cNvSpPr/>
            <p:nvPr/>
          </p:nvSpPr>
          <p:spPr>
            <a:xfrm>
              <a:off x="356904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1757;p36"/>
            <p:cNvSpPr/>
            <p:nvPr/>
          </p:nvSpPr>
          <p:spPr>
            <a:xfrm>
              <a:off x="104508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1" y="1"/>
                  </a:moveTo>
                  <a:lnTo>
                    <a:pt x="1" y="22058"/>
                  </a:lnTo>
                  <a:lnTo>
                    <a:pt x="4396" y="22058"/>
                  </a:lnTo>
                  <a:lnTo>
                    <a:pt x="439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 name="Google Shape;1758;p36"/>
            <p:cNvSpPr/>
            <p:nvPr/>
          </p:nvSpPr>
          <p:spPr>
            <a:xfrm>
              <a:off x="103968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7" h="22751">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 name="Google Shape;1759;p36"/>
            <p:cNvSpPr/>
            <p:nvPr/>
          </p:nvSpPr>
          <p:spPr>
            <a:xfrm>
              <a:off x="111780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5" h="37361">
                  <a:moveTo>
                    <a:pt x="18965" y="0"/>
                  </a:moveTo>
                  <a:lnTo>
                    <a:pt x="0" y="15303"/>
                  </a:lnTo>
                  <a:lnTo>
                    <a:pt x="0" y="37360"/>
                  </a:lnTo>
                  <a:lnTo>
                    <a:pt x="18965" y="37360"/>
                  </a:lnTo>
                  <a:lnTo>
                    <a:pt x="18965"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3" name="Google Shape;1760;p36"/>
            <p:cNvSpPr/>
            <p:nvPr/>
          </p:nvSpPr>
          <p:spPr>
            <a:xfrm>
              <a:off x="111168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 name="Google Shape;1761;p36"/>
            <p:cNvSpPr/>
            <p:nvPr/>
          </p:nvSpPr>
          <p:spPr>
            <a:xfrm>
              <a:off x="765720" y="4426560"/>
              <a:ext cx="3354120" cy="394560"/>
            </a:xfrm>
            <a:custGeom>
              <a:avLst/>
              <a:gdLst>
                <a:gd name="textAreaLeft" fmla="*/ 0 w 3354120"/>
                <a:gd name="textAreaRight" fmla="*/ 3354480 w 3354120"/>
                <a:gd name="textAreaTop" fmla="*/ 0 h 394560"/>
                <a:gd name="textAreaBottom" fmla="*/ 394920 h 394560"/>
              </a:gdLst>
              <a:ahLst/>
              <a:cxnLst/>
              <a:rect l="textAreaLeft" t="textAreaTop" r="textAreaRight" b="textAreaBottom"/>
              <a:pathLst>
                <a:path w="202713" h="22710">
                  <a:moveTo>
                    <a:pt x="202713" y="0"/>
                  </a:moveTo>
                  <a:lnTo>
                    <a:pt x="0" y="21285"/>
                  </a:lnTo>
                  <a:lnTo>
                    <a:pt x="82" y="22709"/>
                  </a:lnTo>
                  <a:lnTo>
                    <a:pt x="175039" y="22709"/>
                  </a:lnTo>
                  <a:lnTo>
                    <a:pt x="202713" y="1425"/>
                  </a:lnTo>
                  <a:lnTo>
                    <a:pt x="20271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 name="Google Shape;1762;p36"/>
            <p:cNvSpPr/>
            <p:nvPr/>
          </p:nvSpPr>
          <p:spPr>
            <a:xfrm>
              <a:off x="760320" y="4420440"/>
              <a:ext cx="3364920" cy="406080"/>
            </a:xfrm>
            <a:custGeom>
              <a:avLst/>
              <a:gdLst>
                <a:gd name="textAreaLeft" fmla="*/ 0 w 3364920"/>
                <a:gd name="textAreaRight" fmla="*/ 3365280 w 3364920"/>
                <a:gd name="textAreaTop" fmla="*/ 0 h 406080"/>
                <a:gd name="textAreaBottom" fmla="*/ 406440 h 406080"/>
              </a:gdLst>
              <a:ahLst/>
              <a:cxnLst/>
              <a:rect l="textAreaLeft" t="textAreaTop" r="textAreaRight" b="textAreaBottom"/>
              <a:pathLst>
                <a:path w="203365" h="23378">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 name="Google Shape;1763;p36"/>
            <p:cNvSpPr/>
            <p:nvPr/>
          </p:nvSpPr>
          <p:spPr>
            <a:xfrm>
              <a:off x="766800" y="4426560"/>
              <a:ext cx="3352680" cy="369000"/>
            </a:xfrm>
            <a:custGeom>
              <a:avLst/>
              <a:gdLst>
                <a:gd name="textAreaLeft" fmla="*/ 0 w 3352680"/>
                <a:gd name="textAreaRight" fmla="*/ 3353040 w 3352680"/>
                <a:gd name="textAreaTop" fmla="*/ 0 h 369000"/>
                <a:gd name="textAreaBottom" fmla="*/ 369360 h 369000"/>
              </a:gdLst>
              <a:ahLst/>
              <a:cxnLst/>
              <a:rect l="textAreaLeft" t="textAreaTop" r="textAreaRight" b="textAreaBottom"/>
              <a:pathLst>
                <a:path w="202632" h="21245">
                  <a:moveTo>
                    <a:pt x="44157" y="0"/>
                  </a:moveTo>
                  <a:lnTo>
                    <a:pt x="1" y="21244"/>
                  </a:lnTo>
                  <a:lnTo>
                    <a:pt x="174958" y="21244"/>
                  </a:lnTo>
                  <a:lnTo>
                    <a:pt x="202632"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 name="Google Shape;1764;p36"/>
            <p:cNvSpPr/>
            <p:nvPr/>
          </p:nvSpPr>
          <p:spPr>
            <a:xfrm>
              <a:off x="761040" y="4420080"/>
              <a:ext cx="3364920" cy="381600"/>
            </a:xfrm>
            <a:custGeom>
              <a:avLst/>
              <a:gdLst>
                <a:gd name="textAreaLeft" fmla="*/ 0 w 3364920"/>
                <a:gd name="textAreaRight" fmla="*/ 3365280 w 3364920"/>
                <a:gd name="textAreaTop" fmla="*/ 0 h 381600"/>
                <a:gd name="textAreaBottom" fmla="*/ 381960 h 381600"/>
              </a:gdLst>
              <a:ahLst/>
              <a:cxnLst/>
              <a:rect l="textAreaLeft" t="textAreaTop" r="textAreaRight" b="textAreaBottom"/>
              <a:pathLst>
                <a:path w="203364" h="21977">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 name="Google Shape;1765;p36"/>
            <p:cNvSpPr/>
            <p:nvPr/>
          </p:nvSpPr>
          <p:spPr>
            <a:xfrm>
              <a:off x="3186720" y="4584960"/>
              <a:ext cx="500040" cy="148320"/>
            </a:xfrm>
            <a:custGeom>
              <a:avLst/>
              <a:gdLst>
                <a:gd name="textAreaLeft" fmla="*/ 0 w 500040"/>
                <a:gd name="textAreaRight" fmla="*/ 500400 w 500040"/>
                <a:gd name="textAreaTop" fmla="*/ 0 h 148320"/>
                <a:gd name="textAreaBottom" fmla="*/ 148680 h 148320"/>
              </a:gdLst>
              <a:ahLst/>
              <a:cxnLst/>
              <a:rect l="textAreaLeft" t="textAreaTop" r="textAreaRight" b="textAreaBottom"/>
              <a:pathLst>
                <a:path w="30239" h="8548">
                  <a:moveTo>
                    <a:pt x="10704" y="1"/>
                  </a:moveTo>
                  <a:lnTo>
                    <a:pt x="0" y="8547"/>
                  </a:lnTo>
                  <a:lnTo>
                    <a:pt x="18558" y="8547"/>
                  </a:lnTo>
                  <a:lnTo>
                    <a:pt x="3023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1766;p36"/>
            <p:cNvSpPr/>
            <p:nvPr/>
          </p:nvSpPr>
          <p:spPr>
            <a:xfrm>
              <a:off x="3180600" y="4579200"/>
              <a:ext cx="512280" cy="160200"/>
            </a:xfrm>
            <a:custGeom>
              <a:avLst/>
              <a:gdLst>
                <a:gd name="textAreaLeft" fmla="*/ 0 w 512280"/>
                <a:gd name="textAreaRight" fmla="*/ 512640 w 512280"/>
                <a:gd name="textAreaTop" fmla="*/ 0 h 160200"/>
                <a:gd name="textAreaBottom" fmla="*/ 160560 h 160200"/>
              </a:gdLst>
              <a:ahLst/>
              <a:cxnLst/>
              <a:rect l="textAreaLeft" t="textAreaTop" r="textAreaRight" b="textAreaBottom"/>
              <a:pathLst>
                <a:path w="30971" h="9239">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0280" bIns="80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 name="Google Shape;1767;p36"/>
            <p:cNvSpPr/>
            <p:nvPr/>
          </p:nvSpPr>
          <p:spPr>
            <a:xfrm>
              <a:off x="3661920" y="4426560"/>
              <a:ext cx="457560" cy="394560"/>
            </a:xfrm>
            <a:custGeom>
              <a:avLst/>
              <a:gdLst>
                <a:gd name="textAreaLeft" fmla="*/ 0 w 457560"/>
                <a:gd name="textAreaRight" fmla="*/ 457920 w 457560"/>
                <a:gd name="textAreaTop" fmla="*/ 0 h 394560"/>
                <a:gd name="textAreaBottom" fmla="*/ 394920 h 394560"/>
              </a:gdLst>
              <a:ahLst/>
              <a:cxnLst/>
              <a:rect l="textAreaLeft" t="textAreaTop" r="textAreaRight" b="textAreaBottom"/>
              <a:pathLst>
                <a:path w="27675" h="22710">
                  <a:moveTo>
                    <a:pt x="27675" y="0"/>
                  </a:moveTo>
                  <a:lnTo>
                    <a:pt x="1" y="21244"/>
                  </a:lnTo>
                  <a:lnTo>
                    <a:pt x="1" y="22709"/>
                  </a:lnTo>
                  <a:lnTo>
                    <a:pt x="27675" y="1425"/>
                  </a:lnTo>
                  <a:lnTo>
                    <a:pt x="27675"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 name="Google Shape;1768;p36"/>
            <p:cNvSpPr/>
            <p:nvPr/>
          </p:nvSpPr>
          <p:spPr>
            <a:xfrm>
              <a:off x="3656520" y="4420440"/>
              <a:ext cx="468360" cy="406440"/>
            </a:xfrm>
            <a:custGeom>
              <a:avLst/>
              <a:gdLst>
                <a:gd name="textAreaLeft" fmla="*/ 0 w 468360"/>
                <a:gd name="textAreaRight" fmla="*/ 468720 w 468360"/>
                <a:gd name="textAreaTop" fmla="*/ 0 h 406440"/>
                <a:gd name="textAreaBottom" fmla="*/ 406800 h 406440"/>
              </a:gdLst>
              <a:ahLst/>
              <a:cxnLst/>
              <a:rect l="textAreaLeft" t="textAreaTop" r="textAreaRight" b="textAreaBottom"/>
              <a:pathLst>
                <a:path w="28327" h="23391">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1769;p36"/>
            <p:cNvSpPr/>
            <p:nvPr/>
          </p:nvSpPr>
          <p:spPr>
            <a:xfrm>
              <a:off x="3274920" y="4437000"/>
              <a:ext cx="605160" cy="196920"/>
            </a:xfrm>
            <a:custGeom>
              <a:avLst/>
              <a:gdLst>
                <a:gd name="textAreaLeft" fmla="*/ 0 w 605160"/>
                <a:gd name="textAreaRight" fmla="*/ 605520 w 605160"/>
                <a:gd name="textAreaTop" fmla="*/ 0 h 196920"/>
                <a:gd name="textAreaBottom" fmla="*/ 197280 h 196920"/>
              </a:gdLst>
              <a:ahLst/>
              <a:cxnLst/>
              <a:rect l="textAreaLeft" t="textAreaTop" r="textAreaRight" b="textAreaBottom"/>
              <a:pathLst>
                <a:path w="36588" h="11347">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 name="Google Shape;1770;p36"/>
            <p:cNvSpPr/>
            <p:nvPr/>
          </p:nvSpPr>
          <p:spPr>
            <a:xfrm>
              <a:off x="3342960" y="4593240"/>
              <a:ext cx="173520" cy="122400"/>
            </a:xfrm>
            <a:custGeom>
              <a:avLst/>
              <a:gdLst>
                <a:gd name="textAreaLeft" fmla="*/ 0 w 173520"/>
                <a:gd name="textAreaRight" fmla="*/ 173880 w 173520"/>
                <a:gd name="textAreaTop" fmla="*/ 0 h 122400"/>
                <a:gd name="textAreaBottom" fmla="*/ 122760 h 122400"/>
              </a:gdLst>
              <a:ahLst/>
              <a:cxnLst/>
              <a:rect l="textAreaLeft" t="textAreaTop" r="textAreaRight" b="textAreaBottom"/>
              <a:pathLst>
                <a:path w="10500" h="7052">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1771;p36"/>
            <p:cNvSpPr/>
            <p:nvPr/>
          </p:nvSpPr>
          <p:spPr>
            <a:xfrm>
              <a:off x="3442680" y="4614480"/>
              <a:ext cx="47520" cy="82800"/>
            </a:xfrm>
            <a:custGeom>
              <a:avLst/>
              <a:gdLst>
                <a:gd name="textAreaLeft" fmla="*/ 0 w 47520"/>
                <a:gd name="textAreaRight" fmla="*/ 47880 w 47520"/>
                <a:gd name="textAreaTop" fmla="*/ 0 h 82800"/>
                <a:gd name="textAreaBottom" fmla="*/ 83160 h 82800"/>
              </a:gdLst>
              <a:ahLst/>
              <a:cxnLst/>
              <a:rect l="textAreaLeft" t="textAreaTop" r="textAreaRight" b="textAreaBottom"/>
              <a:pathLst>
                <a:path w="2890" h="4779">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5" name="Google Shape;1772;p36"/>
            <p:cNvSpPr/>
            <p:nvPr/>
          </p:nvSpPr>
          <p:spPr>
            <a:xfrm>
              <a:off x="2013480" y="4534560"/>
              <a:ext cx="1338480" cy="219600"/>
            </a:xfrm>
            <a:custGeom>
              <a:avLst/>
              <a:gdLst>
                <a:gd name="textAreaLeft" fmla="*/ 0 w 1338480"/>
                <a:gd name="textAreaRight" fmla="*/ 1338840 w 1338480"/>
                <a:gd name="textAreaTop" fmla="*/ 0 h 219600"/>
                <a:gd name="textAreaBottom" fmla="*/ 219960 h 219600"/>
              </a:gdLst>
              <a:ahLst/>
              <a:cxnLst/>
              <a:rect l="textAreaLeft" t="textAreaTop" r="textAreaRight" b="textAreaBottom"/>
              <a:pathLst>
                <a:path w="80906" h="12657">
                  <a:moveTo>
                    <a:pt x="15831" y="0"/>
                  </a:moveTo>
                  <a:lnTo>
                    <a:pt x="0" y="12657"/>
                  </a:lnTo>
                  <a:lnTo>
                    <a:pt x="65075" y="12657"/>
                  </a:lnTo>
                  <a:lnTo>
                    <a:pt x="8090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6" name="Google Shape;1773;p36"/>
            <p:cNvSpPr/>
            <p:nvPr/>
          </p:nvSpPr>
          <p:spPr>
            <a:xfrm>
              <a:off x="2007360" y="4529160"/>
              <a:ext cx="1350720" cy="231120"/>
            </a:xfrm>
            <a:custGeom>
              <a:avLst/>
              <a:gdLst>
                <a:gd name="textAreaLeft" fmla="*/ 0 w 1350720"/>
                <a:gd name="textAreaRight" fmla="*/ 1351080 w 1350720"/>
                <a:gd name="textAreaTop" fmla="*/ 0 h 231120"/>
                <a:gd name="textAreaBottom" fmla="*/ 231480 h 231120"/>
              </a:gdLst>
              <a:ahLst/>
              <a:cxnLst/>
              <a:rect l="textAreaLeft" t="textAreaTop" r="textAreaRight" b="textAreaBottom"/>
              <a:pathLst>
                <a:path w="81640" h="13309">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 name="Google Shape;1774;p36"/>
            <p:cNvSpPr/>
            <p:nvPr/>
          </p:nvSpPr>
          <p:spPr>
            <a:xfrm>
              <a:off x="3084840" y="4528800"/>
              <a:ext cx="273240" cy="245160"/>
            </a:xfrm>
            <a:custGeom>
              <a:avLst/>
              <a:gdLst>
                <a:gd name="textAreaLeft" fmla="*/ 0 w 273240"/>
                <a:gd name="textAreaRight" fmla="*/ 273600 w 273240"/>
                <a:gd name="textAreaTop" fmla="*/ 0 h 245160"/>
                <a:gd name="textAreaBottom" fmla="*/ 245520 h 245160"/>
              </a:gdLst>
              <a:ahLst/>
              <a:cxnLst/>
              <a:rect l="textAreaLeft" t="textAreaTop" r="textAreaRight" b="textAreaBottom"/>
              <a:pathLst>
                <a:path w="16524" h="14113">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 name="Google Shape;1775;p36"/>
            <p:cNvSpPr/>
            <p:nvPr/>
          </p:nvSpPr>
          <p:spPr>
            <a:xfrm>
              <a:off x="2013480" y="4754880"/>
              <a:ext cx="1076400" cy="12960"/>
            </a:xfrm>
            <a:custGeom>
              <a:avLst/>
              <a:gdLst>
                <a:gd name="textAreaLeft" fmla="*/ 0 w 1076400"/>
                <a:gd name="textAreaRight" fmla="*/ 1076760 w 1076400"/>
                <a:gd name="textAreaTop" fmla="*/ 0 h 12960"/>
                <a:gd name="textAreaBottom" fmla="*/ 13320 h 12960"/>
              </a:gdLst>
              <a:ahLst/>
              <a:cxnLst/>
              <a:rect l="textAreaLeft" t="textAreaTop" r="textAreaRight" b="textAreaBottom"/>
              <a:pathLst>
                <a:path w="65075" h="775">
                  <a:moveTo>
                    <a:pt x="0" y="1"/>
                  </a:moveTo>
                  <a:lnTo>
                    <a:pt x="0" y="774"/>
                  </a:lnTo>
                  <a:lnTo>
                    <a:pt x="65075" y="774"/>
                  </a:lnTo>
                  <a:lnTo>
                    <a:pt x="6507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 name="Google Shape;1776;p36"/>
            <p:cNvSpPr/>
            <p:nvPr/>
          </p:nvSpPr>
          <p:spPr>
            <a:xfrm>
              <a:off x="2007360" y="4748400"/>
              <a:ext cx="1088640" cy="25920"/>
            </a:xfrm>
            <a:custGeom>
              <a:avLst/>
              <a:gdLst>
                <a:gd name="textAreaLeft" fmla="*/ 0 w 1088640"/>
                <a:gd name="textAreaRight" fmla="*/ 1089000 w 1088640"/>
                <a:gd name="textAreaTop" fmla="*/ 0 h 25920"/>
                <a:gd name="textAreaBottom" fmla="*/ 26280 h 25920"/>
              </a:gdLst>
              <a:ahLst/>
              <a:cxnLst/>
              <a:rect l="textAreaLeft" t="textAreaTop" r="textAreaRight" b="textAreaBottom"/>
              <a:pathLst>
                <a:path w="65809" h="1507">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 name="Google Shape;1777;p36"/>
            <p:cNvSpPr/>
            <p:nvPr/>
          </p:nvSpPr>
          <p:spPr>
            <a:xfrm>
              <a:off x="23238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 name="Google Shape;1778;p36"/>
            <p:cNvSpPr/>
            <p:nvPr/>
          </p:nvSpPr>
          <p:spPr>
            <a:xfrm>
              <a:off x="239544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2" name="Google Shape;1779;p36"/>
            <p:cNvSpPr/>
            <p:nvPr/>
          </p:nvSpPr>
          <p:spPr>
            <a:xfrm>
              <a:off x="225252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 name="Google Shape;1780;p36"/>
            <p:cNvSpPr/>
            <p:nvPr/>
          </p:nvSpPr>
          <p:spPr>
            <a:xfrm>
              <a:off x="22874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 name="Google Shape;1781;p36"/>
            <p:cNvSpPr/>
            <p:nvPr/>
          </p:nvSpPr>
          <p:spPr>
            <a:xfrm>
              <a:off x="2393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 name="Google Shape;1782;p36"/>
            <p:cNvSpPr/>
            <p:nvPr/>
          </p:nvSpPr>
          <p:spPr>
            <a:xfrm>
              <a:off x="2322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 name="Google Shape;1783;p36"/>
            <p:cNvSpPr/>
            <p:nvPr/>
          </p:nvSpPr>
          <p:spPr>
            <a:xfrm>
              <a:off x="24660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 name="Google Shape;1784;p36"/>
            <p:cNvSpPr/>
            <p:nvPr/>
          </p:nvSpPr>
          <p:spPr>
            <a:xfrm>
              <a:off x="28216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8" name="Google Shape;1785;p36"/>
            <p:cNvSpPr/>
            <p:nvPr/>
          </p:nvSpPr>
          <p:spPr>
            <a:xfrm>
              <a:off x="24642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 name="Google Shape;1786;p36"/>
            <p:cNvSpPr/>
            <p:nvPr/>
          </p:nvSpPr>
          <p:spPr>
            <a:xfrm>
              <a:off x="25372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0" name="Google Shape;1787;p36"/>
            <p:cNvSpPr/>
            <p:nvPr/>
          </p:nvSpPr>
          <p:spPr>
            <a:xfrm>
              <a:off x="29638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 name="Google Shape;1788;p36"/>
            <p:cNvSpPr/>
            <p:nvPr/>
          </p:nvSpPr>
          <p:spPr>
            <a:xfrm>
              <a:off x="29988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2" name="Google Shape;1789;p36"/>
            <p:cNvSpPr/>
            <p:nvPr/>
          </p:nvSpPr>
          <p:spPr>
            <a:xfrm>
              <a:off x="2892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3" name="Google Shape;1790;p36"/>
            <p:cNvSpPr/>
            <p:nvPr/>
          </p:nvSpPr>
          <p:spPr>
            <a:xfrm>
              <a:off x="27507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4" name="Google Shape;1791;p36"/>
            <p:cNvSpPr/>
            <p:nvPr/>
          </p:nvSpPr>
          <p:spPr>
            <a:xfrm>
              <a:off x="26082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 name="Google Shape;1792;p36"/>
            <p:cNvSpPr/>
            <p:nvPr/>
          </p:nvSpPr>
          <p:spPr>
            <a:xfrm>
              <a:off x="26794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 name="Google Shape;1793;p36"/>
            <p:cNvSpPr/>
            <p:nvPr/>
          </p:nvSpPr>
          <p:spPr>
            <a:xfrm>
              <a:off x="27489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7" name="Google Shape;1794;p36"/>
            <p:cNvSpPr/>
            <p:nvPr/>
          </p:nvSpPr>
          <p:spPr>
            <a:xfrm>
              <a:off x="28566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8" name="Google Shape;1795;p36"/>
            <p:cNvSpPr/>
            <p:nvPr/>
          </p:nvSpPr>
          <p:spPr>
            <a:xfrm>
              <a:off x="27140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9" name="Google Shape;1796;p36"/>
            <p:cNvSpPr/>
            <p:nvPr/>
          </p:nvSpPr>
          <p:spPr>
            <a:xfrm>
              <a:off x="25718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1797;p36"/>
            <p:cNvSpPr/>
            <p:nvPr/>
          </p:nvSpPr>
          <p:spPr>
            <a:xfrm>
              <a:off x="27853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1798;p36"/>
            <p:cNvSpPr/>
            <p:nvPr/>
          </p:nvSpPr>
          <p:spPr>
            <a:xfrm>
              <a:off x="25354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1799;p36"/>
            <p:cNvSpPr/>
            <p:nvPr/>
          </p:nvSpPr>
          <p:spPr>
            <a:xfrm>
              <a:off x="23583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3" name="Google Shape;1800;p36"/>
            <p:cNvSpPr/>
            <p:nvPr/>
          </p:nvSpPr>
          <p:spPr>
            <a:xfrm>
              <a:off x="25009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4" name="Google Shape;1801;p36"/>
            <p:cNvSpPr/>
            <p:nvPr/>
          </p:nvSpPr>
          <p:spPr>
            <a:xfrm>
              <a:off x="24296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5" name="Google Shape;1802;p36"/>
            <p:cNvSpPr/>
            <p:nvPr/>
          </p:nvSpPr>
          <p:spPr>
            <a:xfrm>
              <a:off x="26431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1803;p36"/>
            <p:cNvSpPr/>
            <p:nvPr/>
          </p:nvSpPr>
          <p:spPr>
            <a:xfrm>
              <a:off x="26776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7" name="Google Shape;1804;p36"/>
            <p:cNvSpPr/>
            <p:nvPr/>
          </p:nvSpPr>
          <p:spPr>
            <a:xfrm>
              <a:off x="3033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8" name="Google Shape;1805;p36"/>
            <p:cNvSpPr/>
            <p:nvPr/>
          </p:nvSpPr>
          <p:spPr>
            <a:xfrm>
              <a:off x="26067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9" name="Google Shape;1806;p36"/>
            <p:cNvSpPr/>
            <p:nvPr/>
          </p:nvSpPr>
          <p:spPr>
            <a:xfrm>
              <a:off x="28908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0" name="Google Shape;1807;p36"/>
            <p:cNvSpPr/>
            <p:nvPr/>
          </p:nvSpPr>
          <p:spPr>
            <a:xfrm>
              <a:off x="296244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1" name="Google Shape;1808;p36"/>
            <p:cNvSpPr/>
            <p:nvPr/>
          </p:nvSpPr>
          <p:spPr>
            <a:xfrm>
              <a:off x="29275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2" name="Google Shape;1809;p36"/>
            <p:cNvSpPr/>
            <p:nvPr/>
          </p:nvSpPr>
          <p:spPr>
            <a:xfrm>
              <a:off x="281952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3" name="Google Shape;1810;p36"/>
            <p:cNvSpPr/>
            <p:nvPr/>
          </p:nvSpPr>
          <p:spPr>
            <a:xfrm>
              <a:off x="26452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4" name="Google Shape;1811;p36"/>
            <p:cNvSpPr/>
            <p:nvPr/>
          </p:nvSpPr>
          <p:spPr>
            <a:xfrm>
              <a:off x="27158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5" name="Google Shape;1812;p36"/>
            <p:cNvSpPr/>
            <p:nvPr/>
          </p:nvSpPr>
          <p:spPr>
            <a:xfrm>
              <a:off x="25736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6" name="Google Shape;1813;p36"/>
            <p:cNvSpPr/>
            <p:nvPr/>
          </p:nvSpPr>
          <p:spPr>
            <a:xfrm>
              <a:off x="27871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7" name="Google Shape;1814;p36"/>
            <p:cNvSpPr/>
            <p:nvPr/>
          </p:nvSpPr>
          <p:spPr>
            <a:xfrm>
              <a:off x="25023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8" name="Google Shape;1815;p36"/>
            <p:cNvSpPr/>
            <p:nvPr/>
          </p:nvSpPr>
          <p:spPr>
            <a:xfrm>
              <a:off x="24318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1816;p36"/>
            <p:cNvSpPr/>
            <p:nvPr/>
          </p:nvSpPr>
          <p:spPr>
            <a:xfrm>
              <a:off x="28580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0" name="Google Shape;1817;p36"/>
            <p:cNvSpPr/>
            <p:nvPr/>
          </p:nvSpPr>
          <p:spPr>
            <a:xfrm>
              <a:off x="2288880" y="468324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1">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1818;p36"/>
            <p:cNvSpPr/>
            <p:nvPr/>
          </p:nvSpPr>
          <p:spPr>
            <a:xfrm>
              <a:off x="23601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2" name="Google Shape;1819;p36"/>
            <p:cNvSpPr/>
            <p:nvPr/>
          </p:nvSpPr>
          <p:spPr>
            <a:xfrm>
              <a:off x="3069360" y="462456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2">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3" name="Google Shape;1820;p36"/>
            <p:cNvSpPr/>
            <p:nvPr/>
          </p:nvSpPr>
          <p:spPr>
            <a:xfrm>
              <a:off x="31388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1821;p36"/>
            <p:cNvSpPr/>
            <p:nvPr/>
          </p:nvSpPr>
          <p:spPr>
            <a:xfrm>
              <a:off x="3104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1822;p36"/>
            <p:cNvSpPr/>
            <p:nvPr/>
          </p:nvSpPr>
          <p:spPr>
            <a:xfrm>
              <a:off x="2218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1823;p36"/>
            <p:cNvSpPr/>
            <p:nvPr/>
          </p:nvSpPr>
          <p:spPr>
            <a:xfrm>
              <a:off x="2929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7" name="Google Shape;1824;p36"/>
            <p:cNvSpPr/>
            <p:nvPr/>
          </p:nvSpPr>
          <p:spPr>
            <a:xfrm>
              <a:off x="30006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8" name="Google Shape;1825;p36"/>
            <p:cNvSpPr/>
            <p:nvPr/>
          </p:nvSpPr>
          <p:spPr>
            <a:xfrm>
              <a:off x="30351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9" name="Google Shape;1826;p36"/>
            <p:cNvSpPr/>
            <p:nvPr/>
          </p:nvSpPr>
          <p:spPr>
            <a:xfrm>
              <a:off x="22161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0" name="Google Shape;1827;p36"/>
            <p:cNvSpPr/>
            <p:nvPr/>
          </p:nvSpPr>
          <p:spPr>
            <a:xfrm>
              <a:off x="271260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1" name="Google Shape;1828;p36"/>
            <p:cNvSpPr/>
            <p:nvPr/>
          </p:nvSpPr>
          <p:spPr>
            <a:xfrm>
              <a:off x="27831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2" name="Google Shape;1829;p36"/>
            <p:cNvSpPr/>
            <p:nvPr/>
          </p:nvSpPr>
          <p:spPr>
            <a:xfrm>
              <a:off x="26409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3" name="Google Shape;1830;p36"/>
            <p:cNvSpPr/>
            <p:nvPr/>
          </p:nvSpPr>
          <p:spPr>
            <a:xfrm>
              <a:off x="28544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4" name="Google Shape;1831;p36"/>
            <p:cNvSpPr/>
            <p:nvPr/>
          </p:nvSpPr>
          <p:spPr>
            <a:xfrm>
              <a:off x="2996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5" name="Google Shape;1832;p36"/>
            <p:cNvSpPr/>
            <p:nvPr/>
          </p:nvSpPr>
          <p:spPr>
            <a:xfrm>
              <a:off x="29253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6" name="Google Shape;1833;p36"/>
            <p:cNvSpPr/>
            <p:nvPr/>
          </p:nvSpPr>
          <p:spPr>
            <a:xfrm>
              <a:off x="25696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7" name="Google Shape;1834;p36"/>
            <p:cNvSpPr/>
            <p:nvPr/>
          </p:nvSpPr>
          <p:spPr>
            <a:xfrm>
              <a:off x="2181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1835;p36"/>
            <p:cNvSpPr/>
            <p:nvPr/>
          </p:nvSpPr>
          <p:spPr>
            <a:xfrm>
              <a:off x="2250720" y="4594680"/>
              <a:ext cx="118080" cy="41400"/>
            </a:xfrm>
            <a:custGeom>
              <a:avLst/>
              <a:gdLst>
                <a:gd name="textAreaLeft" fmla="*/ 0 w 118080"/>
                <a:gd name="textAreaRight" fmla="*/ 118440 w 118080"/>
                <a:gd name="textAreaTop" fmla="*/ 0 h 41400"/>
                <a:gd name="textAreaBottom" fmla="*/ 41760 h 41400"/>
              </a:gdLst>
              <a:ahLst/>
              <a:cxnLst/>
              <a:rect l="textAreaLeft" t="textAreaTop" r="textAreaRight" b="textAreaBottom"/>
              <a:pathLst>
                <a:path w="7164" h="2402">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9" name="Google Shape;1836;p36"/>
            <p:cNvSpPr/>
            <p:nvPr/>
          </p:nvSpPr>
          <p:spPr>
            <a:xfrm>
              <a:off x="30679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0" name="Google Shape;1837;p36"/>
            <p:cNvSpPr/>
            <p:nvPr/>
          </p:nvSpPr>
          <p:spPr>
            <a:xfrm>
              <a:off x="21466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1" name="Google Shape;1838;p36"/>
            <p:cNvSpPr/>
            <p:nvPr/>
          </p:nvSpPr>
          <p:spPr>
            <a:xfrm>
              <a:off x="2285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2" name="Google Shape;1839;p36"/>
            <p:cNvSpPr/>
            <p:nvPr/>
          </p:nvSpPr>
          <p:spPr>
            <a:xfrm>
              <a:off x="24274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3" name="Google Shape;1840;p36"/>
            <p:cNvSpPr/>
            <p:nvPr/>
          </p:nvSpPr>
          <p:spPr>
            <a:xfrm>
              <a:off x="2356200" y="456588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4" h="2362">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1841;p36"/>
            <p:cNvSpPr/>
            <p:nvPr/>
          </p:nvSpPr>
          <p:spPr>
            <a:xfrm>
              <a:off x="24991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1842;p36"/>
            <p:cNvSpPr/>
            <p:nvPr/>
          </p:nvSpPr>
          <p:spPr>
            <a:xfrm>
              <a:off x="3011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6" name="Google Shape;1843;p36"/>
            <p:cNvSpPr/>
            <p:nvPr/>
          </p:nvSpPr>
          <p:spPr>
            <a:xfrm>
              <a:off x="300816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8" h="3582">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7" name="Google Shape;1844;p36"/>
            <p:cNvSpPr/>
            <p:nvPr/>
          </p:nvSpPr>
          <p:spPr>
            <a:xfrm>
              <a:off x="321372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0" y="0"/>
                  </a:moveTo>
                  <a:lnTo>
                    <a:pt x="0" y="15709"/>
                  </a:lnTo>
                  <a:lnTo>
                    <a:pt x="4111" y="15709"/>
                  </a:lnTo>
                  <a:lnTo>
                    <a:pt x="411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8" name="Google Shape;1845;p36"/>
            <p:cNvSpPr/>
            <p:nvPr/>
          </p:nvSpPr>
          <p:spPr>
            <a:xfrm>
              <a:off x="320832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3" h="16402">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1846;p36"/>
            <p:cNvSpPr/>
            <p:nvPr/>
          </p:nvSpPr>
          <p:spPr>
            <a:xfrm>
              <a:off x="320292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3" h="11396">
                  <a:moveTo>
                    <a:pt x="0" y="0"/>
                  </a:moveTo>
                  <a:lnTo>
                    <a:pt x="0" y="11395"/>
                  </a:lnTo>
                  <a:lnTo>
                    <a:pt x="5413" y="11395"/>
                  </a:lnTo>
                  <a:lnTo>
                    <a:pt x="541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1847;p36"/>
            <p:cNvSpPr/>
            <p:nvPr/>
          </p:nvSpPr>
          <p:spPr>
            <a:xfrm>
              <a:off x="319752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1" name="Google Shape;1848;p36"/>
            <p:cNvSpPr/>
            <p:nvPr/>
          </p:nvSpPr>
          <p:spPr>
            <a:xfrm>
              <a:off x="2698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0" y="53436"/>
                  </a:lnTo>
                  <a:lnTo>
                    <a:pt x="6829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2" name="Google Shape;1849;p36"/>
            <p:cNvSpPr/>
            <p:nvPr/>
          </p:nvSpPr>
          <p:spPr>
            <a:xfrm>
              <a:off x="269316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2" h="54088">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3" name="Google Shape;1850;p36"/>
            <p:cNvSpPr/>
            <p:nvPr/>
          </p:nvSpPr>
          <p:spPr>
            <a:xfrm>
              <a:off x="275904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6" h="47738">
                  <a:moveTo>
                    <a:pt x="1" y="0"/>
                  </a:moveTo>
                  <a:lnTo>
                    <a:pt x="1" y="47738"/>
                  </a:lnTo>
                  <a:lnTo>
                    <a:pt x="61006" y="47738"/>
                  </a:lnTo>
                  <a:lnTo>
                    <a:pt x="6100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4" name="Google Shape;1851;p36"/>
            <p:cNvSpPr/>
            <p:nvPr/>
          </p:nvSpPr>
          <p:spPr>
            <a:xfrm>
              <a:off x="275364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5" name="Google Shape;1852;p36"/>
            <p:cNvSpPr/>
            <p:nvPr/>
          </p:nvSpPr>
          <p:spPr>
            <a:xfrm>
              <a:off x="282312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6" name="Google Shape;1853;p36"/>
            <p:cNvSpPr/>
            <p:nvPr/>
          </p:nvSpPr>
          <p:spPr>
            <a:xfrm>
              <a:off x="282312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6" h="13391">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7" name="Google Shape;1854;p36"/>
            <p:cNvSpPr/>
            <p:nvPr/>
          </p:nvSpPr>
          <p:spPr>
            <a:xfrm>
              <a:off x="282312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8" name="Google Shape;1855;p36"/>
            <p:cNvSpPr/>
            <p:nvPr/>
          </p:nvSpPr>
          <p:spPr>
            <a:xfrm>
              <a:off x="32223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9" name="Google Shape;1856;p36"/>
            <p:cNvSpPr/>
            <p:nvPr/>
          </p:nvSpPr>
          <p:spPr>
            <a:xfrm>
              <a:off x="322236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0" name="Google Shape;1857;p36"/>
            <p:cNvSpPr/>
            <p:nvPr/>
          </p:nvSpPr>
          <p:spPr>
            <a:xfrm>
              <a:off x="2448360" y="310140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1" name="Google Shape;1858;p36"/>
            <p:cNvSpPr/>
            <p:nvPr/>
          </p:nvSpPr>
          <p:spPr>
            <a:xfrm>
              <a:off x="2445120" y="3095640"/>
              <a:ext cx="442080" cy="61920"/>
            </a:xfrm>
            <a:custGeom>
              <a:avLst/>
              <a:gdLst>
                <a:gd name="textAreaLeft" fmla="*/ 0 w 442080"/>
                <a:gd name="textAreaRight" fmla="*/ 442440 w 442080"/>
                <a:gd name="textAreaTop" fmla="*/ 0 h 61920"/>
                <a:gd name="textAreaBottom" fmla="*/ 62280 h 61920"/>
              </a:gdLst>
              <a:ahLst/>
              <a:cxnLst/>
              <a:rect l="textAreaLeft" t="textAreaTop" r="textAreaRight" b="textAreaBottom"/>
              <a:pathLst>
                <a:path w="26739" h="3583">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2" name="Google Shape;1859;p36"/>
            <p:cNvSpPr/>
            <p:nvPr/>
          </p:nvSpPr>
          <p:spPr>
            <a:xfrm>
              <a:off x="2650680" y="2857680"/>
              <a:ext cx="68400" cy="272880"/>
            </a:xfrm>
            <a:custGeom>
              <a:avLst/>
              <a:gdLst>
                <a:gd name="textAreaLeft" fmla="*/ 0 w 68400"/>
                <a:gd name="textAreaRight" fmla="*/ 68760 w 68400"/>
                <a:gd name="textAreaTop" fmla="*/ 0 h 272880"/>
                <a:gd name="textAreaBottom" fmla="*/ 273240 h 272880"/>
              </a:gdLst>
              <a:ahLst/>
              <a:cxnLst/>
              <a:rect l="textAreaLeft" t="textAreaTop" r="textAreaRight" b="textAreaBottom"/>
              <a:pathLst>
                <a:path w="4152" h="15710">
                  <a:moveTo>
                    <a:pt x="1" y="1"/>
                  </a:moveTo>
                  <a:lnTo>
                    <a:pt x="1" y="15710"/>
                  </a:lnTo>
                  <a:lnTo>
                    <a:pt x="4152" y="15710"/>
                  </a:lnTo>
                  <a:lnTo>
                    <a:pt x="4152" y="1"/>
                  </a:lnTo>
                  <a:close/>
                </a:path>
              </a:pathLst>
            </a:custGeom>
            <a:solidFill>
              <a:schemeClr val="lt1"/>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3" name="Google Shape;1860;p36"/>
            <p:cNvSpPr/>
            <p:nvPr/>
          </p:nvSpPr>
          <p:spPr>
            <a:xfrm>
              <a:off x="2645280" y="285156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4" name="Google Shape;1861;p36"/>
            <p:cNvSpPr/>
            <p:nvPr/>
          </p:nvSpPr>
          <p:spPr>
            <a:xfrm>
              <a:off x="2639880" y="2857680"/>
              <a:ext cx="90000" cy="197640"/>
            </a:xfrm>
            <a:custGeom>
              <a:avLst/>
              <a:gdLst>
                <a:gd name="textAreaLeft" fmla="*/ 0 w 90000"/>
                <a:gd name="textAreaRight" fmla="*/ 90360 w 90000"/>
                <a:gd name="textAreaTop" fmla="*/ 0 h 197640"/>
                <a:gd name="textAreaBottom" fmla="*/ 198000 h 197640"/>
              </a:gdLst>
              <a:ahLst/>
              <a:cxnLst/>
              <a:rect l="textAreaLeft" t="textAreaTop" r="textAreaRight" b="textAreaBottom"/>
              <a:pathLst>
                <a:path w="5454" h="11396">
                  <a:moveTo>
                    <a:pt x="0" y="1"/>
                  </a:moveTo>
                  <a:lnTo>
                    <a:pt x="0" y="11396"/>
                  </a:lnTo>
                  <a:lnTo>
                    <a:pt x="5454" y="11396"/>
                  </a:lnTo>
                  <a:lnTo>
                    <a:pt x="545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5" name="Google Shape;1862;p36"/>
            <p:cNvSpPr/>
            <p:nvPr/>
          </p:nvSpPr>
          <p:spPr>
            <a:xfrm>
              <a:off x="2634480" y="2851560"/>
              <a:ext cx="100800" cy="210600"/>
            </a:xfrm>
            <a:custGeom>
              <a:avLst/>
              <a:gdLst>
                <a:gd name="textAreaLeft" fmla="*/ 0 w 100800"/>
                <a:gd name="textAreaRight" fmla="*/ 101160 w 100800"/>
                <a:gd name="textAreaTop" fmla="*/ 0 h 210600"/>
                <a:gd name="textAreaBottom" fmla="*/ 210960 h 210600"/>
              </a:gdLst>
              <a:ahLst/>
              <a:cxnLst/>
              <a:rect l="textAreaLeft" t="textAreaTop" r="textAreaRight" b="textAreaBottom"/>
              <a:pathLst>
                <a:path w="6106" h="12129">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6" name="Google Shape;1863;p36"/>
            <p:cNvSpPr/>
            <p:nvPr/>
          </p:nvSpPr>
          <p:spPr>
            <a:xfrm>
              <a:off x="2135880" y="194868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7">
                  <a:moveTo>
                    <a:pt x="1" y="1"/>
                  </a:moveTo>
                  <a:lnTo>
                    <a:pt x="1" y="53436"/>
                  </a:lnTo>
                  <a:lnTo>
                    <a:pt x="68291" y="53436"/>
                  </a:lnTo>
                  <a:lnTo>
                    <a:pt x="6829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1864;p36"/>
            <p:cNvSpPr/>
            <p:nvPr/>
          </p:nvSpPr>
          <p:spPr>
            <a:xfrm>
              <a:off x="2130840" y="1942920"/>
              <a:ext cx="1140480" cy="939960"/>
            </a:xfrm>
            <a:custGeom>
              <a:avLst/>
              <a:gdLst>
                <a:gd name="textAreaLeft" fmla="*/ 0 w 1140480"/>
                <a:gd name="textAreaRight" fmla="*/ 1140840 w 1140480"/>
                <a:gd name="textAreaTop" fmla="*/ 0 h 939960"/>
                <a:gd name="textAreaBottom" fmla="*/ 940320 h 939960"/>
              </a:gdLst>
              <a:ahLst/>
              <a:cxnLst/>
              <a:rect l="textAreaLeft" t="textAreaTop" r="textAreaRight" b="textAreaBottom"/>
              <a:pathLst>
                <a:path w="68942" h="54087">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8" name="Google Shape;1865;p36"/>
            <p:cNvSpPr/>
            <p:nvPr/>
          </p:nvSpPr>
          <p:spPr>
            <a:xfrm>
              <a:off x="2196720" y="1998360"/>
              <a:ext cx="1008360" cy="829440"/>
            </a:xfrm>
            <a:custGeom>
              <a:avLst/>
              <a:gdLst>
                <a:gd name="textAreaLeft" fmla="*/ 0 w 1008360"/>
                <a:gd name="textAreaRight" fmla="*/ 1008720 w 1008360"/>
                <a:gd name="textAreaTop" fmla="*/ 0 h 829440"/>
                <a:gd name="textAreaBottom" fmla="*/ 829800 h 829440"/>
              </a:gdLst>
              <a:ahLst/>
              <a:cxnLst/>
              <a:rect l="textAreaLeft" t="textAreaTop" r="textAreaRight" b="textAreaBottom"/>
              <a:pathLst>
                <a:path w="60965" h="47739">
                  <a:moveTo>
                    <a:pt x="1" y="1"/>
                  </a:moveTo>
                  <a:lnTo>
                    <a:pt x="1" y="47738"/>
                  </a:lnTo>
                  <a:lnTo>
                    <a:pt x="60965" y="47738"/>
                  </a:lnTo>
                  <a:lnTo>
                    <a:pt x="60965" y="1"/>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9" name="Google Shape;1866;p36"/>
            <p:cNvSpPr/>
            <p:nvPr/>
          </p:nvSpPr>
          <p:spPr>
            <a:xfrm>
              <a:off x="2190600" y="1992600"/>
              <a:ext cx="1020600" cy="840960"/>
            </a:xfrm>
            <a:custGeom>
              <a:avLst/>
              <a:gdLst>
                <a:gd name="textAreaLeft" fmla="*/ 0 w 1020600"/>
                <a:gd name="textAreaRight" fmla="*/ 1020960 w 1020600"/>
                <a:gd name="textAreaTop" fmla="*/ 0 h 840960"/>
                <a:gd name="textAreaBottom" fmla="*/ 841320 h 840960"/>
              </a:gdLst>
              <a:ahLst/>
              <a:cxnLst/>
              <a:rect l="textAreaLeft" t="textAreaTop" r="textAreaRight" b="textAreaBottom"/>
              <a:pathLst>
                <a:path w="61698" h="4839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0" name="Google Shape;1867;p36"/>
            <p:cNvSpPr/>
            <p:nvPr/>
          </p:nvSpPr>
          <p:spPr>
            <a:xfrm>
              <a:off x="2270160" y="2085120"/>
              <a:ext cx="421920" cy="203400"/>
            </a:xfrm>
            <a:custGeom>
              <a:avLst/>
              <a:gdLst>
                <a:gd name="textAreaLeft" fmla="*/ 0 w 421920"/>
                <a:gd name="textAreaRight" fmla="*/ 422280 w 421920"/>
                <a:gd name="textAreaTop" fmla="*/ 0 h 203400"/>
                <a:gd name="textAreaBottom" fmla="*/ 203760 h 203400"/>
              </a:gdLst>
              <a:ahLst/>
              <a:cxnLst/>
              <a:rect l="textAreaLeft" t="textAreaTop" r="textAreaRight" b="textAreaBottom"/>
              <a:pathLst>
                <a:path w="25518" h="11722">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1" name="Google Shape;1868;p36"/>
            <p:cNvSpPr/>
            <p:nvPr/>
          </p:nvSpPr>
          <p:spPr>
            <a:xfrm>
              <a:off x="2328840" y="24105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1869;p36"/>
            <p:cNvSpPr/>
            <p:nvPr/>
          </p:nvSpPr>
          <p:spPr>
            <a:xfrm>
              <a:off x="2328840" y="24807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3" name="Google Shape;1870;p36"/>
            <p:cNvSpPr/>
            <p:nvPr/>
          </p:nvSpPr>
          <p:spPr>
            <a:xfrm>
              <a:off x="2328840" y="2638440"/>
              <a:ext cx="693360" cy="79560"/>
            </a:xfrm>
            <a:custGeom>
              <a:avLst/>
              <a:gdLst>
                <a:gd name="textAreaLeft" fmla="*/ 0 w 693360"/>
                <a:gd name="textAreaRight" fmla="*/ 693720 w 693360"/>
                <a:gd name="textAreaTop" fmla="*/ 0 h 79560"/>
                <a:gd name="textAreaBottom" fmla="*/ 79920 h 79560"/>
              </a:gdLst>
              <a:ahLst/>
              <a:cxnLst/>
              <a:rect l="textAreaLeft" t="textAreaTop" r="textAreaRight" b="textAreaBottom"/>
              <a:pathLst>
                <a:path w="41919" h="460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4" name="Google Shape;1871;p36"/>
            <p:cNvSpPr/>
            <p:nvPr/>
          </p:nvSpPr>
          <p:spPr>
            <a:xfrm>
              <a:off x="2328840" y="256788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1">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5" name="Google Shape;1872;p36"/>
            <p:cNvSpPr/>
            <p:nvPr/>
          </p:nvSpPr>
          <p:spPr>
            <a:xfrm>
              <a:off x="303372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1"/>
                  </a:moveTo>
                  <a:lnTo>
                    <a:pt x="0" y="3908"/>
                  </a:lnTo>
                  <a:lnTo>
                    <a:pt x="3866" y="3908"/>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1873;p36"/>
            <p:cNvSpPr/>
            <p:nvPr/>
          </p:nvSpPr>
          <p:spPr>
            <a:xfrm>
              <a:off x="303372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8">
                  <a:moveTo>
                    <a:pt x="0" y="1"/>
                  </a:moveTo>
                  <a:lnTo>
                    <a:pt x="0" y="3867"/>
                  </a:lnTo>
                  <a:lnTo>
                    <a:pt x="3866" y="3867"/>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7" name="Google Shape;1874;p36"/>
            <p:cNvSpPr/>
            <p:nvPr/>
          </p:nvSpPr>
          <p:spPr>
            <a:xfrm>
              <a:off x="303372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7">
                  <a:moveTo>
                    <a:pt x="0" y="1"/>
                  </a:moveTo>
                  <a:lnTo>
                    <a:pt x="0" y="3867"/>
                  </a:lnTo>
                  <a:lnTo>
                    <a:pt x="3866" y="3867"/>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8" name="Google Shape;1875;p36"/>
            <p:cNvSpPr/>
            <p:nvPr/>
          </p:nvSpPr>
          <p:spPr>
            <a:xfrm>
              <a:off x="303372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0"/>
                  </a:moveTo>
                  <a:lnTo>
                    <a:pt x="0" y="3907"/>
                  </a:lnTo>
                  <a:lnTo>
                    <a:pt x="3866" y="3907"/>
                  </a:lnTo>
                  <a:lnTo>
                    <a:pt x="3866"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9" name="Google Shape;1876;p36"/>
            <p:cNvSpPr/>
            <p:nvPr/>
          </p:nvSpPr>
          <p:spPr>
            <a:xfrm>
              <a:off x="225180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1"/>
                  </a:moveTo>
                  <a:lnTo>
                    <a:pt x="1" y="3908"/>
                  </a:lnTo>
                  <a:lnTo>
                    <a:pt x="3867" y="3908"/>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0" name="Google Shape;1877;p36"/>
            <p:cNvSpPr/>
            <p:nvPr/>
          </p:nvSpPr>
          <p:spPr>
            <a:xfrm>
              <a:off x="225180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8">
                  <a:moveTo>
                    <a:pt x="1" y="1"/>
                  </a:moveTo>
                  <a:lnTo>
                    <a:pt x="1" y="3867"/>
                  </a:lnTo>
                  <a:lnTo>
                    <a:pt x="3867" y="3867"/>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1878;p36"/>
            <p:cNvSpPr/>
            <p:nvPr/>
          </p:nvSpPr>
          <p:spPr>
            <a:xfrm>
              <a:off x="225180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7">
                  <a:moveTo>
                    <a:pt x="1" y="1"/>
                  </a:moveTo>
                  <a:lnTo>
                    <a:pt x="1" y="3867"/>
                  </a:lnTo>
                  <a:lnTo>
                    <a:pt x="3867" y="3867"/>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1879;p36"/>
            <p:cNvSpPr/>
            <p:nvPr/>
          </p:nvSpPr>
          <p:spPr>
            <a:xfrm>
              <a:off x="225180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0"/>
                  </a:moveTo>
                  <a:lnTo>
                    <a:pt x="1" y="3907"/>
                  </a:lnTo>
                  <a:lnTo>
                    <a:pt x="3867" y="3907"/>
                  </a:lnTo>
                  <a:lnTo>
                    <a:pt x="3867"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3" name="Google Shape;1880;p36"/>
            <p:cNvSpPr/>
            <p:nvPr/>
          </p:nvSpPr>
          <p:spPr>
            <a:xfrm>
              <a:off x="2745360" y="207324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4" name="Google Shape;1881;p36"/>
            <p:cNvSpPr/>
            <p:nvPr/>
          </p:nvSpPr>
          <p:spPr>
            <a:xfrm>
              <a:off x="1688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5" name="Google Shape;1882;p36"/>
            <p:cNvSpPr/>
            <p:nvPr/>
          </p:nvSpPr>
          <p:spPr>
            <a:xfrm>
              <a:off x="168480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9" h="3582">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6" name="Google Shape;1883;p36"/>
            <p:cNvSpPr/>
            <p:nvPr/>
          </p:nvSpPr>
          <p:spPr>
            <a:xfrm>
              <a:off x="189036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1" y="0"/>
                  </a:moveTo>
                  <a:lnTo>
                    <a:pt x="1" y="15709"/>
                  </a:lnTo>
                  <a:lnTo>
                    <a:pt x="4111" y="15709"/>
                  </a:lnTo>
                  <a:lnTo>
                    <a:pt x="411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7" name="Google Shape;1884;p36"/>
            <p:cNvSpPr/>
            <p:nvPr/>
          </p:nvSpPr>
          <p:spPr>
            <a:xfrm>
              <a:off x="188496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8" name="Google Shape;1885;p36"/>
            <p:cNvSpPr/>
            <p:nvPr/>
          </p:nvSpPr>
          <p:spPr>
            <a:xfrm>
              <a:off x="187956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4" h="11396">
                  <a:moveTo>
                    <a:pt x="0" y="0"/>
                  </a:moveTo>
                  <a:lnTo>
                    <a:pt x="0" y="11395"/>
                  </a:lnTo>
                  <a:lnTo>
                    <a:pt x="5413" y="11395"/>
                  </a:lnTo>
                  <a:lnTo>
                    <a:pt x="5413"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9" name="Google Shape;1886;p36"/>
            <p:cNvSpPr/>
            <p:nvPr/>
          </p:nvSpPr>
          <p:spPr>
            <a:xfrm>
              <a:off x="187416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0" name="Google Shape;1887;p36"/>
            <p:cNvSpPr/>
            <p:nvPr/>
          </p:nvSpPr>
          <p:spPr>
            <a:xfrm>
              <a:off x="1375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1" y="53436"/>
                  </a:lnTo>
                  <a:lnTo>
                    <a:pt x="6829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1888;p36"/>
            <p:cNvSpPr/>
            <p:nvPr/>
          </p:nvSpPr>
          <p:spPr>
            <a:xfrm>
              <a:off x="136980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3" h="54088">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2" name="Google Shape;1889;p36"/>
            <p:cNvSpPr/>
            <p:nvPr/>
          </p:nvSpPr>
          <p:spPr>
            <a:xfrm>
              <a:off x="143568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5" h="47738">
                  <a:moveTo>
                    <a:pt x="0" y="0"/>
                  </a:moveTo>
                  <a:lnTo>
                    <a:pt x="0" y="47738"/>
                  </a:lnTo>
                  <a:lnTo>
                    <a:pt x="61005" y="47738"/>
                  </a:lnTo>
                  <a:lnTo>
                    <a:pt x="61005"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3" name="Google Shape;1890;p36"/>
            <p:cNvSpPr/>
            <p:nvPr/>
          </p:nvSpPr>
          <p:spPr>
            <a:xfrm>
              <a:off x="143028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4" name="Google Shape;1891;p36"/>
            <p:cNvSpPr/>
            <p:nvPr/>
          </p:nvSpPr>
          <p:spPr>
            <a:xfrm>
              <a:off x="16275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5" name="Google Shape;1892;p36"/>
            <p:cNvSpPr/>
            <p:nvPr/>
          </p:nvSpPr>
          <p:spPr>
            <a:xfrm>
              <a:off x="162756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7" h="13391">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6" name="Google Shape;1893;p36"/>
            <p:cNvSpPr/>
            <p:nvPr/>
          </p:nvSpPr>
          <p:spPr>
            <a:xfrm>
              <a:off x="162756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7" name="Google Shape;1894;p36"/>
            <p:cNvSpPr/>
            <p:nvPr/>
          </p:nvSpPr>
          <p:spPr>
            <a:xfrm>
              <a:off x="1622160" y="3895200"/>
              <a:ext cx="364680" cy="244440"/>
            </a:xfrm>
            <a:custGeom>
              <a:avLst/>
              <a:gdLst>
                <a:gd name="textAreaLeft" fmla="*/ 0 w 364680"/>
                <a:gd name="textAreaRight" fmla="*/ 365040 w 364680"/>
                <a:gd name="textAreaTop" fmla="*/ 0 h 244440"/>
                <a:gd name="textAreaBottom" fmla="*/ 244800 h 244440"/>
              </a:gdLst>
              <a:ahLst/>
              <a:cxnLst/>
              <a:rect l="textAreaLeft" t="textAreaTop" r="textAreaRight" b="textAreaBottom"/>
              <a:pathLst>
                <a:path w="22058" h="14083">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8" name="Google Shape;1895;p36"/>
            <p:cNvSpPr/>
            <p:nvPr/>
          </p:nvSpPr>
          <p:spPr>
            <a:xfrm>
              <a:off x="202680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9" name="Google Shape;1896;p36"/>
            <p:cNvSpPr/>
            <p:nvPr/>
          </p:nvSpPr>
          <p:spPr>
            <a:xfrm>
              <a:off x="202680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0" name="Google Shape;1897;p36"/>
            <p:cNvSpPr/>
            <p:nvPr/>
          </p:nvSpPr>
          <p:spPr>
            <a:xfrm>
              <a:off x="1940040" y="2957760"/>
              <a:ext cx="89280" cy="173160"/>
            </a:xfrm>
            <a:custGeom>
              <a:avLst/>
              <a:gdLst>
                <a:gd name="textAreaLeft" fmla="*/ 0 w 89280"/>
                <a:gd name="textAreaRight" fmla="*/ 89640 w 89280"/>
                <a:gd name="textAreaTop" fmla="*/ 0 h 173160"/>
                <a:gd name="textAreaBottom" fmla="*/ 173520 h 173160"/>
              </a:gdLst>
              <a:ahLst/>
              <a:cxnLst/>
              <a:rect l="textAreaLeft" t="textAreaTop" r="textAreaRight" b="textAreaBottom"/>
              <a:pathLst>
                <a:path w="5413" h="9971">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1" name="Google Shape;1898;p36"/>
            <p:cNvSpPr/>
            <p:nvPr/>
          </p:nvSpPr>
          <p:spPr>
            <a:xfrm>
              <a:off x="1422360" y="2669400"/>
              <a:ext cx="573480" cy="777600"/>
            </a:xfrm>
            <a:custGeom>
              <a:avLst/>
              <a:gdLst>
                <a:gd name="textAreaLeft" fmla="*/ 0 w 573480"/>
                <a:gd name="textAreaRight" fmla="*/ 573840 w 573480"/>
                <a:gd name="textAreaTop" fmla="*/ 0 h 777600"/>
                <a:gd name="textAreaBottom" fmla="*/ 777960 h 777600"/>
              </a:gdLst>
              <a:ahLst/>
              <a:cxnLst/>
              <a:rect l="textAreaLeft" t="textAreaTop" r="textAreaRight" b="textAreaBottom"/>
              <a:pathLst>
                <a:path w="34674" h="44747">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2" name="Google Shape;1899;p36"/>
            <p:cNvSpPr/>
            <p:nvPr/>
          </p:nvSpPr>
          <p:spPr>
            <a:xfrm>
              <a:off x="1449000" y="2692440"/>
              <a:ext cx="419040" cy="693720"/>
            </a:xfrm>
            <a:custGeom>
              <a:avLst/>
              <a:gdLst>
                <a:gd name="textAreaLeft" fmla="*/ 0 w 419040"/>
                <a:gd name="textAreaRight" fmla="*/ 419400 w 419040"/>
                <a:gd name="textAreaTop" fmla="*/ 0 h 693720"/>
                <a:gd name="textAreaBottom" fmla="*/ 694080 h 693720"/>
              </a:gdLst>
              <a:ahLst/>
              <a:cxnLst/>
              <a:rect l="textAreaLeft" t="textAreaTop" r="textAreaRight" b="textAreaBottom"/>
              <a:pathLst>
                <a:path w="25356" h="39925">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3" name="Google Shape;1900;p36"/>
            <p:cNvSpPr/>
            <p:nvPr/>
          </p:nvSpPr>
          <p:spPr>
            <a:xfrm>
              <a:off x="1785240" y="2770200"/>
              <a:ext cx="200880" cy="122760"/>
            </a:xfrm>
            <a:custGeom>
              <a:avLst/>
              <a:gdLst>
                <a:gd name="textAreaLeft" fmla="*/ 0 w 200880"/>
                <a:gd name="textAreaRight" fmla="*/ 201240 w 200880"/>
                <a:gd name="textAreaTop" fmla="*/ 0 h 122760"/>
                <a:gd name="textAreaBottom" fmla="*/ 123120 h 122760"/>
              </a:gdLst>
              <a:ahLst/>
              <a:cxnLst/>
              <a:rect l="textAreaLeft" t="textAreaTop" r="textAreaRight" b="textAreaBottom"/>
              <a:pathLst>
                <a:path w="12170" h="7082">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1901;p36"/>
            <p:cNvSpPr/>
            <p:nvPr/>
          </p:nvSpPr>
          <p:spPr>
            <a:xfrm>
              <a:off x="1416960" y="2663280"/>
              <a:ext cx="580680" cy="789840"/>
            </a:xfrm>
            <a:custGeom>
              <a:avLst/>
              <a:gdLst>
                <a:gd name="textAreaLeft" fmla="*/ 0 w 580680"/>
                <a:gd name="textAreaRight" fmla="*/ 581040 w 580680"/>
                <a:gd name="textAreaTop" fmla="*/ 0 h 789840"/>
                <a:gd name="textAreaBottom" fmla="*/ 790200 h 789840"/>
              </a:gdLst>
              <a:ahLst/>
              <a:cxnLst/>
              <a:rect l="textAreaLeft" t="textAreaTop" r="textAreaRight" b="textAreaBottom"/>
              <a:pathLst>
                <a:path w="35123" h="45446">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5" name="Google Shape;1902;p36"/>
            <p:cNvSpPr/>
            <p:nvPr/>
          </p:nvSpPr>
          <p:spPr>
            <a:xfrm>
              <a:off x="1439640" y="2552400"/>
              <a:ext cx="687960" cy="627840"/>
            </a:xfrm>
            <a:custGeom>
              <a:avLst/>
              <a:gdLst>
                <a:gd name="textAreaLeft" fmla="*/ 0 w 687960"/>
                <a:gd name="textAreaRight" fmla="*/ 688320 w 687960"/>
                <a:gd name="textAreaTop" fmla="*/ 0 h 627840"/>
                <a:gd name="textAreaBottom" fmla="*/ 628200 h 627840"/>
              </a:gdLst>
              <a:ahLst/>
              <a:cxnLst/>
              <a:rect l="textAreaLeft" t="textAreaTop" r="textAreaRight" b="textAreaBottom"/>
              <a:pathLst>
                <a:path w="41593" h="36125">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6" name="Google Shape;1903;p36"/>
            <p:cNvSpPr/>
            <p:nvPr/>
          </p:nvSpPr>
          <p:spPr>
            <a:xfrm>
              <a:off x="1451880" y="2546640"/>
              <a:ext cx="659520" cy="639360"/>
            </a:xfrm>
            <a:custGeom>
              <a:avLst/>
              <a:gdLst>
                <a:gd name="textAreaLeft" fmla="*/ 0 w 659520"/>
                <a:gd name="textAreaRight" fmla="*/ 659880 w 659520"/>
                <a:gd name="textAreaTop" fmla="*/ 0 h 639360"/>
                <a:gd name="textAreaBottom" fmla="*/ 639720 h 639360"/>
              </a:gdLst>
              <a:ahLst/>
              <a:cxnLst/>
              <a:rect l="textAreaLeft" t="textAreaTop" r="textAreaRight" b="textAreaBottom"/>
              <a:pathLst>
                <a:path w="39884" h="36792">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7" name="Google Shape;1904;p36"/>
            <p:cNvSpPr/>
            <p:nvPr/>
          </p:nvSpPr>
          <p:spPr>
            <a:xfrm>
              <a:off x="1551600" y="3013920"/>
              <a:ext cx="38880" cy="36000"/>
            </a:xfrm>
            <a:custGeom>
              <a:avLst/>
              <a:gdLst>
                <a:gd name="textAreaLeft" fmla="*/ 0 w 38880"/>
                <a:gd name="textAreaRight" fmla="*/ 39240 w 38880"/>
                <a:gd name="textAreaTop" fmla="*/ 0 h 36000"/>
                <a:gd name="textAreaBottom" fmla="*/ 36360 h 36000"/>
              </a:gdLst>
              <a:ahLst/>
              <a:cxnLst/>
              <a:rect l="textAreaLeft" t="textAreaTop" r="textAreaRight" b="textAreaBottom"/>
              <a:pathLst>
                <a:path w="2362" h="210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8" name="Google Shape;1905;p36"/>
            <p:cNvSpPr/>
            <p:nvPr/>
          </p:nvSpPr>
          <p:spPr>
            <a:xfrm>
              <a:off x="1608120" y="2719080"/>
              <a:ext cx="481320" cy="241920"/>
            </a:xfrm>
            <a:custGeom>
              <a:avLst/>
              <a:gdLst>
                <a:gd name="textAreaLeft" fmla="*/ 0 w 481320"/>
                <a:gd name="textAreaRight" fmla="*/ 481680 w 481320"/>
                <a:gd name="textAreaTop" fmla="*/ 0 h 241920"/>
                <a:gd name="textAreaBottom" fmla="*/ 242280 h 241920"/>
              </a:gdLst>
              <a:ahLst/>
              <a:cxnLst/>
              <a:rect l="textAreaLeft" t="textAreaTop" r="textAreaRight" b="textAreaBottom"/>
              <a:pathLst>
                <a:path w="29099" h="1392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9" name="Google Shape;1906;p36"/>
            <p:cNvSpPr/>
            <p:nvPr/>
          </p:nvSpPr>
          <p:spPr>
            <a:xfrm>
              <a:off x="1598760" y="2832840"/>
              <a:ext cx="236880" cy="277920"/>
            </a:xfrm>
            <a:custGeom>
              <a:avLst/>
              <a:gdLst>
                <a:gd name="textAreaLeft" fmla="*/ 0 w 236880"/>
                <a:gd name="textAreaRight" fmla="*/ 237240 w 236880"/>
                <a:gd name="textAreaTop" fmla="*/ 0 h 277920"/>
                <a:gd name="textAreaBottom" fmla="*/ 278280 h 277920"/>
              </a:gdLst>
              <a:ahLst/>
              <a:cxnLst/>
              <a:rect l="textAreaLeft" t="textAreaTop" r="textAreaRight" b="textAreaBottom"/>
              <a:pathLst>
                <a:path w="14327" h="16012">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0" name="Google Shape;1907;p36"/>
            <p:cNvSpPr/>
            <p:nvPr/>
          </p:nvSpPr>
          <p:spPr>
            <a:xfrm>
              <a:off x="1703160" y="2985120"/>
              <a:ext cx="322200" cy="45720"/>
            </a:xfrm>
            <a:custGeom>
              <a:avLst/>
              <a:gdLst>
                <a:gd name="textAreaLeft" fmla="*/ 0 w 322200"/>
                <a:gd name="textAreaRight" fmla="*/ 322560 w 322200"/>
                <a:gd name="textAreaTop" fmla="*/ 0 h 45720"/>
                <a:gd name="textAreaBottom" fmla="*/ 46080 h 45720"/>
              </a:gdLst>
              <a:ahLst/>
              <a:cxnLst/>
              <a:rect l="textAreaLeft" t="textAreaTop" r="textAreaRight" b="textAreaBottom"/>
              <a:pathLst>
                <a:path w="19495" h="2653">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1" name="Google Shape;1908;p36"/>
            <p:cNvSpPr/>
            <p:nvPr/>
          </p:nvSpPr>
          <p:spPr>
            <a:xfrm>
              <a:off x="1650600" y="2927520"/>
              <a:ext cx="106200" cy="218160"/>
            </a:xfrm>
            <a:custGeom>
              <a:avLst/>
              <a:gdLst>
                <a:gd name="textAreaLeft" fmla="*/ 0 w 106200"/>
                <a:gd name="textAreaRight" fmla="*/ 106560 w 106200"/>
                <a:gd name="textAreaTop" fmla="*/ 0 h 218160"/>
                <a:gd name="textAreaBottom" fmla="*/ 218520 h 218160"/>
              </a:gdLst>
              <a:ahLst/>
              <a:cxnLst/>
              <a:rect l="textAreaLeft" t="textAreaTop" r="textAreaRight" b="textAreaBottom"/>
              <a:pathLst>
                <a:path w="6431" h="12565">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2" name="Google Shape;1909;p36"/>
            <p:cNvSpPr/>
            <p:nvPr/>
          </p:nvSpPr>
          <p:spPr>
            <a:xfrm>
              <a:off x="1649880" y="2921400"/>
              <a:ext cx="108000" cy="230400"/>
            </a:xfrm>
            <a:custGeom>
              <a:avLst/>
              <a:gdLst>
                <a:gd name="textAreaLeft" fmla="*/ 0 w 108000"/>
                <a:gd name="textAreaRight" fmla="*/ 108360 w 108000"/>
                <a:gd name="textAreaTop" fmla="*/ 0 h 230400"/>
                <a:gd name="textAreaBottom" fmla="*/ 230760 h 230400"/>
              </a:gdLst>
              <a:ahLst/>
              <a:cxnLst/>
              <a:rect l="textAreaLeft" t="textAreaTop" r="textAreaRight" b="textAreaBottom"/>
              <a:pathLst>
                <a:path w="6553" h="13268">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3" name="Google Shape;1910;p36"/>
            <p:cNvSpPr/>
            <p:nvPr/>
          </p:nvSpPr>
          <p:spPr>
            <a:xfrm>
              <a:off x="889560" y="4812840"/>
              <a:ext cx="1654920" cy="323640"/>
            </a:xfrm>
            <a:custGeom>
              <a:avLst/>
              <a:gdLst>
                <a:gd name="textAreaLeft" fmla="*/ 0 w 1654920"/>
                <a:gd name="textAreaRight" fmla="*/ 1655280 w 1654920"/>
                <a:gd name="textAreaTop" fmla="*/ 0 h 323640"/>
                <a:gd name="textAreaBottom" fmla="*/ 324000 h 323640"/>
              </a:gdLst>
              <a:ahLst/>
              <a:cxnLst/>
              <a:rect l="textAreaLeft" t="textAreaTop" r="textAreaRight" b="textAreaBottom"/>
              <a:pathLst>
                <a:path w="100035" h="1864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4" name="Google Shape;1911;p36"/>
            <p:cNvSpPr/>
            <p:nvPr/>
          </p:nvSpPr>
          <p:spPr>
            <a:xfrm>
              <a:off x="884160" y="4807080"/>
              <a:ext cx="1666440" cy="335880"/>
            </a:xfrm>
            <a:custGeom>
              <a:avLst/>
              <a:gdLst>
                <a:gd name="textAreaLeft" fmla="*/ 0 w 1666440"/>
                <a:gd name="textAreaRight" fmla="*/ 1666800 w 1666440"/>
                <a:gd name="textAreaTop" fmla="*/ 0 h 335880"/>
                <a:gd name="textAreaBottom" fmla="*/ 336240 h 335880"/>
              </a:gdLst>
              <a:ahLst/>
              <a:cxnLst/>
              <a:rect l="textAreaLeft" t="textAreaTop" r="textAreaRight" b="textAreaBottom"/>
              <a:pathLst>
                <a:path w="100726" h="19332">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5" name="Google Shape;1912;p36"/>
            <p:cNvSpPr/>
            <p:nvPr/>
          </p:nvSpPr>
          <p:spPr>
            <a:xfrm>
              <a:off x="897480" y="3344760"/>
              <a:ext cx="930240" cy="1627920"/>
            </a:xfrm>
            <a:custGeom>
              <a:avLst/>
              <a:gdLst>
                <a:gd name="textAreaLeft" fmla="*/ 0 w 930240"/>
                <a:gd name="textAreaRight" fmla="*/ 930600 w 930240"/>
                <a:gd name="textAreaTop" fmla="*/ 0 h 1627920"/>
                <a:gd name="textAreaBottom" fmla="*/ 1628280 h 1627920"/>
              </a:gdLst>
              <a:ahLst/>
              <a:cxnLst/>
              <a:rect l="textAreaLeft" t="textAreaTop" r="textAreaRight" b="textAreaBottom"/>
              <a:pathLst>
                <a:path w="56244" h="9366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6" name="Google Shape;1913;p36"/>
            <p:cNvSpPr/>
            <p:nvPr/>
          </p:nvSpPr>
          <p:spPr>
            <a:xfrm>
              <a:off x="919800" y="3372120"/>
              <a:ext cx="836640" cy="1594440"/>
            </a:xfrm>
            <a:custGeom>
              <a:avLst/>
              <a:gdLst>
                <a:gd name="textAreaLeft" fmla="*/ 0 w 836640"/>
                <a:gd name="textAreaRight" fmla="*/ 837000 w 836640"/>
                <a:gd name="textAreaTop" fmla="*/ 0 h 1594440"/>
                <a:gd name="textAreaBottom" fmla="*/ 1594800 h 1594440"/>
              </a:gdLst>
              <a:ahLst/>
              <a:cxnLst/>
              <a:rect l="textAreaLeft" t="textAreaTop" r="textAreaRight" b="textAreaBottom"/>
              <a:pathLst>
                <a:path w="50587" h="91733">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a:solidFill>
                <a:srgbClr val="47779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7" name="Google Shape;1914;p36"/>
            <p:cNvSpPr/>
            <p:nvPr/>
          </p:nvSpPr>
          <p:spPr>
            <a:xfrm>
              <a:off x="1204200" y="3812400"/>
              <a:ext cx="124920" cy="343440"/>
            </a:xfrm>
            <a:custGeom>
              <a:avLst/>
              <a:gdLst>
                <a:gd name="textAreaLeft" fmla="*/ 0 w 124920"/>
                <a:gd name="textAreaRight" fmla="*/ 125280 w 124920"/>
                <a:gd name="textAreaTop" fmla="*/ 0 h 343440"/>
                <a:gd name="textAreaBottom" fmla="*/ 343800 h 343440"/>
              </a:gdLst>
              <a:ahLst/>
              <a:cxnLst/>
              <a:rect l="textAreaLeft" t="textAreaTop" r="textAreaRight" b="textAreaBottom"/>
              <a:pathLst>
                <a:path w="7570" h="19769">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8" name="Google Shape;1915;p36"/>
            <p:cNvSpPr/>
            <p:nvPr/>
          </p:nvSpPr>
          <p:spPr>
            <a:xfrm>
              <a:off x="1482840" y="4151520"/>
              <a:ext cx="131760" cy="140400"/>
            </a:xfrm>
            <a:custGeom>
              <a:avLst/>
              <a:gdLst>
                <a:gd name="textAreaLeft" fmla="*/ 0 w 131760"/>
                <a:gd name="textAreaRight" fmla="*/ 132120 w 131760"/>
                <a:gd name="textAreaTop" fmla="*/ 0 h 140400"/>
                <a:gd name="textAreaBottom" fmla="*/ 140760 h 140400"/>
              </a:gdLst>
              <a:ahLst/>
              <a:cxnLst/>
              <a:rect l="textAreaLeft" t="textAreaTop" r="textAreaRight" b="textAreaBottom"/>
              <a:pathLst>
                <a:path w="7978" h="8104">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9" name="Google Shape;1916;p36"/>
            <p:cNvSpPr/>
            <p:nvPr/>
          </p:nvSpPr>
          <p:spPr>
            <a:xfrm>
              <a:off x="1402560" y="4298040"/>
              <a:ext cx="221760" cy="34920"/>
            </a:xfrm>
            <a:custGeom>
              <a:avLst/>
              <a:gdLst>
                <a:gd name="textAreaLeft" fmla="*/ 0 w 221760"/>
                <a:gd name="textAreaRight" fmla="*/ 222120 w 221760"/>
                <a:gd name="textAreaTop" fmla="*/ 0 h 34920"/>
                <a:gd name="textAreaBottom" fmla="*/ 35280 h 34920"/>
              </a:gdLst>
              <a:ahLst/>
              <a:cxnLst/>
              <a:rect l="textAreaLeft" t="textAreaTop" r="textAreaRight" b="textAreaBottom"/>
              <a:pathLst>
                <a:path w="13431" h="202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0" name="Google Shape;1917;p36"/>
            <p:cNvSpPr/>
            <p:nvPr/>
          </p:nvSpPr>
          <p:spPr>
            <a:xfrm>
              <a:off x="1369800" y="4730760"/>
              <a:ext cx="318240" cy="245520"/>
            </a:xfrm>
            <a:custGeom>
              <a:avLst/>
              <a:gdLst>
                <a:gd name="textAreaLeft" fmla="*/ 0 w 318240"/>
                <a:gd name="textAreaRight" fmla="*/ 318600 w 318240"/>
                <a:gd name="textAreaTop" fmla="*/ 0 h 245520"/>
                <a:gd name="textAreaBottom" fmla="*/ 245880 h 245520"/>
              </a:gdLst>
              <a:ahLst/>
              <a:cxnLst/>
              <a:rect l="textAreaLeft" t="textAreaTop" r="textAreaRight" b="textAreaBottom"/>
              <a:pathLst>
                <a:path w="19251" h="14145">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1" name="Google Shape;1918;p36"/>
            <p:cNvSpPr/>
            <p:nvPr/>
          </p:nvSpPr>
          <p:spPr>
            <a:xfrm>
              <a:off x="908280" y="3338640"/>
              <a:ext cx="916920" cy="1640160"/>
            </a:xfrm>
            <a:custGeom>
              <a:avLst/>
              <a:gdLst>
                <a:gd name="textAreaLeft" fmla="*/ 0 w 916920"/>
                <a:gd name="textAreaRight" fmla="*/ 917280 w 916920"/>
                <a:gd name="textAreaTop" fmla="*/ 0 h 1640160"/>
                <a:gd name="textAreaBottom" fmla="*/ 1640520 h 1640160"/>
              </a:gdLst>
              <a:ahLst/>
              <a:cxnLst/>
              <a:rect l="textAreaLeft" t="textAreaTop" r="textAreaRight" b="textAreaBottom"/>
              <a:pathLst>
                <a:path w="55430" h="94354">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2" name="Google Shape;1919;p36"/>
            <p:cNvSpPr/>
            <p:nvPr/>
          </p:nvSpPr>
          <p:spPr>
            <a:xfrm>
              <a:off x="1320480" y="3265560"/>
              <a:ext cx="479160" cy="327240"/>
            </a:xfrm>
            <a:custGeom>
              <a:avLst/>
              <a:gdLst>
                <a:gd name="textAreaLeft" fmla="*/ 0 w 479160"/>
                <a:gd name="textAreaRight" fmla="*/ 479520 w 479160"/>
                <a:gd name="textAreaTop" fmla="*/ 0 h 327240"/>
                <a:gd name="textAreaBottom" fmla="*/ 327600 h 327240"/>
              </a:gdLst>
              <a:ahLst/>
              <a:cxnLst/>
              <a:rect l="textAreaLeft" t="textAreaTop" r="textAreaRight" b="textAreaBottom"/>
              <a:pathLst>
                <a:path w="28978" h="1884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3" name="Google Shape;1920;p36"/>
            <p:cNvSpPr/>
            <p:nvPr/>
          </p:nvSpPr>
          <p:spPr>
            <a:xfrm>
              <a:off x="1320480" y="3265560"/>
              <a:ext cx="351720" cy="218880"/>
            </a:xfrm>
            <a:custGeom>
              <a:avLst/>
              <a:gdLst>
                <a:gd name="textAreaLeft" fmla="*/ 0 w 351720"/>
                <a:gd name="textAreaRight" fmla="*/ 352080 w 351720"/>
                <a:gd name="textAreaTop" fmla="*/ 0 h 218880"/>
                <a:gd name="textAreaBottom" fmla="*/ 219240 h 218880"/>
              </a:gdLst>
              <a:ahLst/>
              <a:cxnLst/>
              <a:rect l="textAreaLeft" t="textAreaTop" r="textAreaRight" b="textAreaBottom"/>
              <a:pathLst>
                <a:path w="21286" h="12617">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4" name="Google Shape;1921;p36"/>
            <p:cNvSpPr/>
            <p:nvPr/>
          </p:nvSpPr>
          <p:spPr>
            <a:xfrm>
              <a:off x="1314360" y="3259800"/>
              <a:ext cx="491400" cy="339120"/>
            </a:xfrm>
            <a:custGeom>
              <a:avLst/>
              <a:gdLst>
                <a:gd name="textAreaLeft" fmla="*/ 0 w 491400"/>
                <a:gd name="textAreaRight" fmla="*/ 491760 w 491400"/>
                <a:gd name="textAreaTop" fmla="*/ 0 h 339120"/>
                <a:gd name="textAreaBottom" fmla="*/ 339480 h 339120"/>
              </a:gdLst>
              <a:ahLst/>
              <a:cxnLst/>
              <a:rect l="textAreaLeft" t="textAreaTop" r="textAreaRight" b="textAreaBottom"/>
              <a:pathLst>
                <a:path w="29710" h="19522">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5" name="Google Shape;1922;p36"/>
            <p:cNvSpPr/>
            <p:nvPr/>
          </p:nvSpPr>
          <p:spPr>
            <a:xfrm>
              <a:off x="2395440" y="4354560"/>
              <a:ext cx="444960" cy="326880"/>
            </a:xfrm>
            <a:custGeom>
              <a:avLst/>
              <a:gdLst>
                <a:gd name="textAreaLeft" fmla="*/ 0 w 444960"/>
                <a:gd name="textAreaRight" fmla="*/ 445320 w 444960"/>
                <a:gd name="textAreaTop" fmla="*/ 0 h 326880"/>
                <a:gd name="textAreaBottom" fmla="*/ 327240 h 326880"/>
              </a:gdLst>
              <a:ahLst/>
              <a:cxnLst/>
              <a:rect l="textAreaLeft" t="textAreaTop" r="textAreaRight" b="textAreaBottom"/>
              <a:pathLst>
                <a:path w="26902" h="18817">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6" name="Google Shape;1923;p36"/>
            <p:cNvSpPr/>
            <p:nvPr/>
          </p:nvSpPr>
          <p:spPr>
            <a:xfrm>
              <a:off x="2390040" y="4349160"/>
              <a:ext cx="446040" cy="337680"/>
            </a:xfrm>
            <a:custGeom>
              <a:avLst/>
              <a:gdLst>
                <a:gd name="textAreaLeft" fmla="*/ 0 w 446040"/>
                <a:gd name="textAreaRight" fmla="*/ 446400 w 446040"/>
                <a:gd name="textAreaTop" fmla="*/ 0 h 337680"/>
                <a:gd name="textAreaBottom" fmla="*/ 338040 h 337680"/>
              </a:gdLst>
              <a:ahLst/>
              <a:cxnLst/>
              <a:rect l="textAreaLeft" t="textAreaTop" r="textAreaRight" b="textAreaBottom"/>
              <a:pathLst>
                <a:path w="26983" h="19454">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7" name="Google Shape;1924;p36"/>
            <p:cNvSpPr/>
            <p:nvPr/>
          </p:nvSpPr>
          <p:spPr>
            <a:xfrm>
              <a:off x="2625480" y="4393080"/>
              <a:ext cx="140400" cy="70560"/>
            </a:xfrm>
            <a:custGeom>
              <a:avLst/>
              <a:gdLst>
                <a:gd name="textAreaLeft" fmla="*/ 0 w 140400"/>
                <a:gd name="textAreaRight" fmla="*/ 140760 w 140400"/>
                <a:gd name="textAreaTop" fmla="*/ 0 h 70560"/>
                <a:gd name="textAreaBottom" fmla="*/ 70920 h 70560"/>
              </a:gdLst>
              <a:ahLst/>
              <a:cxnLst/>
              <a:rect l="textAreaLeft" t="textAreaTop" r="textAreaRight" b="textAreaBottom"/>
              <a:pathLst>
                <a:path w="8507" h="4071">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1925;p36"/>
            <p:cNvSpPr/>
            <p:nvPr/>
          </p:nvSpPr>
          <p:spPr>
            <a:xfrm>
              <a:off x="2558160" y="4397400"/>
              <a:ext cx="51480" cy="38520"/>
            </a:xfrm>
            <a:custGeom>
              <a:avLst/>
              <a:gdLst>
                <a:gd name="textAreaLeft" fmla="*/ 0 w 51480"/>
                <a:gd name="textAreaRight" fmla="*/ 51840 w 51480"/>
                <a:gd name="textAreaTop" fmla="*/ 0 h 38520"/>
                <a:gd name="textAreaBottom" fmla="*/ 38880 h 38520"/>
              </a:gdLst>
              <a:ahLst/>
              <a:cxnLst/>
              <a:rect l="textAreaLeft" t="textAreaTop" r="textAreaRight" b="textAreaBottom"/>
              <a:pathLst>
                <a:path w="3134" h="224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9" name="Google Shape;1926;p36"/>
            <p:cNvSpPr/>
            <p:nvPr/>
          </p:nvSpPr>
          <p:spPr>
            <a:xfrm>
              <a:off x="1913040" y="4345920"/>
              <a:ext cx="390600" cy="248400"/>
            </a:xfrm>
            <a:custGeom>
              <a:avLst/>
              <a:gdLst>
                <a:gd name="textAreaLeft" fmla="*/ 0 w 390600"/>
                <a:gd name="textAreaRight" fmla="*/ 390960 w 390600"/>
                <a:gd name="textAreaTop" fmla="*/ 0 h 248400"/>
                <a:gd name="textAreaBottom" fmla="*/ 248760 h 248400"/>
              </a:gdLst>
              <a:ahLst/>
              <a:cxnLst/>
              <a:rect l="textAreaLeft" t="textAreaTop" r="textAreaRight" b="textAreaBottom"/>
              <a:pathLst>
                <a:path w="23625" h="1431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0" name="Google Shape;1927;p36"/>
            <p:cNvSpPr/>
            <p:nvPr/>
          </p:nvSpPr>
          <p:spPr>
            <a:xfrm>
              <a:off x="1915920" y="4340160"/>
              <a:ext cx="383400" cy="259920"/>
            </a:xfrm>
            <a:custGeom>
              <a:avLst/>
              <a:gdLst>
                <a:gd name="textAreaLeft" fmla="*/ 0 w 383400"/>
                <a:gd name="textAreaRight" fmla="*/ 383760 w 383400"/>
                <a:gd name="textAreaTop" fmla="*/ 0 h 259920"/>
                <a:gd name="textAreaBottom" fmla="*/ 260280 h 259920"/>
              </a:gdLst>
              <a:ahLst/>
              <a:cxnLst/>
              <a:rect l="textAreaLeft" t="textAreaTop" r="textAreaRight" b="textAreaBottom"/>
              <a:pathLst>
                <a:path w="23198" h="14977">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1" name="Google Shape;1928;p36"/>
            <p:cNvSpPr/>
            <p:nvPr/>
          </p:nvSpPr>
          <p:spPr>
            <a:xfrm>
              <a:off x="2120040" y="4376880"/>
              <a:ext cx="73080" cy="47880"/>
            </a:xfrm>
            <a:custGeom>
              <a:avLst/>
              <a:gdLst>
                <a:gd name="textAreaLeft" fmla="*/ 0 w 73080"/>
                <a:gd name="textAreaRight" fmla="*/ 73440 w 73080"/>
                <a:gd name="textAreaTop" fmla="*/ 0 h 47880"/>
                <a:gd name="textAreaBottom" fmla="*/ 48240 h 47880"/>
              </a:gdLst>
              <a:ahLst/>
              <a:cxnLst/>
              <a:rect l="textAreaLeft" t="textAreaTop" r="textAreaRight" b="textAreaBottom"/>
              <a:pathLst>
                <a:path w="4437" h="2769">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2" name="Google Shape;1929;p36"/>
            <p:cNvSpPr/>
            <p:nvPr/>
          </p:nvSpPr>
          <p:spPr>
            <a:xfrm>
              <a:off x="2065320" y="4358520"/>
              <a:ext cx="56160" cy="43200"/>
            </a:xfrm>
            <a:custGeom>
              <a:avLst/>
              <a:gdLst>
                <a:gd name="textAreaLeft" fmla="*/ 0 w 56160"/>
                <a:gd name="textAreaRight" fmla="*/ 56520 w 56160"/>
                <a:gd name="textAreaTop" fmla="*/ 0 h 43200"/>
                <a:gd name="textAreaBottom" fmla="*/ 43560 h 43200"/>
              </a:gdLst>
              <a:ahLst/>
              <a:cxnLst/>
              <a:rect l="textAreaLeft" t="textAreaTop" r="textAreaRight" b="textAreaBottom"/>
              <a:pathLst>
                <a:path w="3420" h="2504">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3" name="Google Shape;1930;p36"/>
            <p:cNvSpPr/>
            <p:nvPr/>
          </p:nvSpPr>
          <p:spPr>
            <a:xfrm>
              <a:off x="1517760" y="3611520"/>
              <a:ext cx="1005120" cy="1428120"/>
            </a:xfrm>
            <a:custGeom>
              <a:avLst/>
              <a:gdLst>
                <a:gd name="textAreaLeft" fmla="*/ 0 w 1005120"/>
                <a:gd name="textAreaRight" fmla="*/ 1005480 w 1005120"/>
                <a:gd name="textAreaTop" fmla="*/ 0 h 1428120"/>
                <a:gd name="textAreaBottom" fmla="*/ 1428480 h 1428120"/>
              </a:gdLst>
              <a:ahLst/>
              <a:cxnLst/>
              <a:rect l="textAreaLeft" t="textAreaTop" r="textAreaRight" b="textAreaBottom"/>
              <a:pathLst>
                <a:path w="60761" h="82176">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4" name="Google Shape;1931;p36"/>
            <p:cNvSpPr/>
            <p:nvPr/>
          </p:nvSpPr>
          <p:spPr>
            <a:xfrm>
              <a:off x="1530000" y="3647520"/>
              <a:ext cx="986400" cy="1392120"/>
            </a:xfrm>
            <a:custGeom>
              <a:avLst/>
              <a:gdLst>
                <a:gd name="textAreaLeft" fmla="*/ 0 w 986400"/>
                <a:gd name="textAreaRight" fmla="*/ 986760 w 986400"/>
                <a:gd name="textAreaTop" fmla="*/ 0 h 1392120"/>
                <a:gd name="textAreaBottom" fmla="*/ 1392480 h 1392120"/>
              </a:gdLst>
              <a:ahLst/>
              <a:cxnLst/>
              <a:rect l="textAreaLeft" t="textAreaTop" r="textAreaRight" b="textAreaBottom"/>
              <a:pathLst>
                <a:path w="59622" h="80093">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a:solidFill>
                <a:srgbClr val="47779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5" name="Google Shape;1932;p36"/>
            <p:cNvSpPr/>
            <p:nvPr/>
          </p:nvSpPr>
          <p:spPr>
            <a:xfrm>
              <a:off x="1524600" y="3605400"/>
              <a:ext cx="994320" cy="1440360"/>
            </a:xfrm>
            <a:custGeom>
              <a:avLst/>
              <a:gdLst>
                <a:gd name="textAreaLeft" fmla="*/ 0 w 994320"/>
                <a:gd name="textAreaRight" fmla="*/ 994680 w 994320"/>
                <a:gd name="textAreaTop" fmla="*/ 0 h 1440360"/>
                <a:gd name="textAreaBottom" fmla="*/ 1440720 h 1440360"/>
              </a:gdLst>
              <a:ahLst/>
              <a:cxnLst/>
              <a:rect l="textAreaLeft" t="textAreaTop" r="textAreaRight" b="textAreaBottom"/>
              <a:pathLst>
                <a:path w="60110" h="82881">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6" name="Google Shape;1933;p36"/>
            <p:cNvSpPr/>
            <p:nvPr/>
          </p:nvSpPr>
          <p:spPr>
            <a:xfrm>
              <a:off x="2356920" y="4566240"/>
              <a:ext cx="115560" cy="162000"/>
            </a:xfrm>
            <a:custGeom>
              <a:avLst/>
              <a:gdLst>
                <a:gd name="textAreaLeft" fmla="*/ 0 w 115560"/>
                <a:gd name="textAreaRight" fmla="*/ 115920 w 115560"/>
                <a:gd name="textAreaTop" fmla="*/ 0 h 162000"/>
                <a:gd name="textAreaBottom" fmla="*/ 162360 h 162000"/>
              </a:gdLst>
              <a:ahLst/>
              <a:cxnLst/>
              <a:rect l="textAreaLeft" t="textAreaTop" r="textAreaRight" b="textAreaBottom"/>
              <a:pathLst>
                <a:path w="7001" h="9329">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7" name="Google Shape;1934;p36"/>
            <p:cNvSpPr/>
            <p:nvPr/>
          </p:nvSpPr>
          <p:spPr>
            <a:xfrm>
              <a:off x="485640" y="3294000"/>
              <a:ext cx="868320" cy="1842120"/>
            </a:xfrm>
            <a:custGeom>
              <a:avLst/>
              <a:gdLst>
                <a:gd name="textAreaLeft" fmla="*/ 0 w 868320"/>
                <a:gd name="textAreaRight" fmla="*/ 868680 w 868320"/>
                <a:gd name="textAreaTop" fmla="*/ 0 h 1842120"/>
                <a:gd name="textAreaBottom" fmla="*/ 1842480 h 1842120"/>
              </a:gdLst>
              <a:ahLst/>
              <a:cxnLst/>
              <a:rect l="textAreaLeft" t="textAreaTop" r="textAreaRight" b="textAreaBottom"/>
              <a:pathLst>
                <a:path w="52500" h="105991">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1935;p36"/>
            <p:cNvSpPr/>
            <p:nvPr/>
          </p:nvSpPr>
          <p:spPr>
            <a:xfrm>
              <a:off x="479520" y="3288600"/>
              <a:ext cx="880560" cy="1854000"/>
            </a:xfrm>
            <a:custGeom>
              <a:avLst/>
              <a:gdLst>
                <a:gd name="textAreaLeft" fmla="*/ 0 w 880560"/>
                <a:gd name="textAreaRight" fmla="*/ 880920 w 880560"/>
                <a:gd name="textAreaTop" fmla="*/ 0 h 1854000"/>
                <a:gd name="textAreaBottom" fmla="*/ 1854360 h 1854000"/>
              </a:gdLst>
              <a:ahLst/>
              <a:cxnLst/>
              <a:rect l="textAreaLeft" t="textAreaTop" r="textAreaRight" b="textAreaBottom"/>
              <a:pathLst>
                <a:path w="53232" h="106668">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9" name="Google Shape;1936;p36"/>
            <p:cNvSpPr/>
            <p:nvPr/>
          </p:nvSpPr>
          <p:spPr>
            <a:xfrm>
              <a:off x="154080" y="3270600"/>
              <a:ext cx="1149840" cy="1865880"/>
            </a:xfrm>
            <a:custGeom>
              <a:avLst/>
              <a:gdLst>
                <a:gd name="textAreaLeft" fmla="*/ 0 w 1149840"/>
                <a:gd name="textAreaRight" fmla="*/ 1150200 w 1149840"/>
                <a:gd name="textAreaTop" fmla="*/ 0 h 1865880"/>
                <a:gd name="textAreaBottom" fmla="*/ 1866240 h 1865880"/>
              </a:gdLst>
              <a:ahLst/>
              <a:cxnLst/>
              <a:rect l="textAreaLeft" t="textAreaTop" r="textAreaRight" b="textAreaBottom"/>
              <a:pathLst>
                <a:path w="69512" h="107351">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0" name="Google Shape;1937;p36"/>
            <p:cNvSpPr/>
            <p:nvPr/>
          </p:nvSpPr>
          <p:spPr>
            <a:xfrm>
              <a:off x="150840" y="3264840"/>
              <a:ext cx="1158480" cy="1878120"/>
            </a:xfrm>
            <a:custGeom>
              <a:avLst/>
              <a:gdLst>
                <a:gd name="textAreaLeft" fmla="*/ 0 w 1158480"/>
                <a:gd name="textAreaRight" fmla="*/ 1158840 w 1158480"/>
                <a:gd name="textAreaTop" fmla="*/ 0 h 1878120"/>
                <a:gd name="textAreaBottom" fmla="*/ 1878480 h 1878120"/>
              </a:gdLst>
              <a:ahLst/>
              <a:cxnLst/>
              <a:rect l="textAreaLeft" t="textAreaTop" r="textAreaRight" b="textAreaBottom"/>
              <a:pathLst>
                <a:path w="70040" h="108052">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1" name="Google Shape;1938;p36"/>
            <p:cNvSpPr/>
            <p:nvPr/>
          </p:nvSpPr>
          <p:spPr>
            <a:xfrm>
              <a:off x="519120" y="5136840"/>
              <a:ext cx="4047120" cy="360"/>
            </a:xfrm>
            <a:custGeom>
              <a:avLst/>
              <a:gdLst>
                <a:gd name="textAreaLeft" fmla="*/ 0 w 4047120"/>
                <a:gd name="textAreaRight" fmla="*/ 4047480 w 4047120"/>
                <a:gd name="textAreaTop" fmla="*/ 0 h 360"/>
                <a:gd name="textAreaBottom" fmla="*/ 720 h 360"/>
              </a:gdLst>
              <a:ahLst/>
              <a:cxnLst/>
              <a:rect l="textAreaLeft" t="textAreaTop" r="textAreaRight" b="textAreaBottom"/>
              <a:pathLst>
                <a:path w="244590" h="1">
                  <a:moveTo>
                    <a:pt x="0" y="0"/>
                  </a:moveTo>
                  <a:lnTo>
                    <a:pt x="244590" y="0"/>
                  </a:lnTo>
                </a:path>
              </a:pathLst>
            </a:custGeom>
            <a:solidFill>
              <a:srgbClr val="FFFFFF"/>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2" name="Google Shape;1939;p36"/>
            <p:cNvSpPr/>
            <p:nvPr/>
          </p:nvSpPr>
          <p:spPr>
            <a:xfrm>
              <a:off x="513000" y="5131080"/>
              <a:ext cx="4058280" cy="11520"/>
            </a:xfrm>
            <a:custGeom>
              <a:avLst/>
              <a:gdLst>
                <a:gd name="textAreaLeft" fmla="*/ 0 w 4058280"/>
                <a:gd name="textAreaRight" fmla="*/ 4058640 w 4058280"/>
                <a:gd name="textAreaTop" fmla="*/ 0 h 11520"/>
                <a:gd name="textAreaBottom" fmla="*/ 11880 h 11520"/>
              </a:gdLst>
              <a:ahLst/>
              <a:cxnLst/>
              <a:rect l="textAreaLeft" t="textAreaTop" r="textAreaRight" b="textAreaBottom"/>
              <a:pathLst>
                <a:path w="245282" h="693">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13" name="PlaceHolder 1"/>
          <p:cNvSpPr>
            <a:spLocks noGrp="1"/>
          </p:cNvSpPr>
          <p:nvPr>
            <p:ph type="title"/>
          </p:nvPr>
        </p:nvSpPr>
        <p:spPr>
          <a:xfrm>
            <a:off x="4572000" y="1847880"/>
            <a:ext cx="4086000" cy="17902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4400" b="0" u="none" strike="noStrike" dirty="0">
                <a:solidFill>
                  <a:schemeClr val="dk2"/>
                </a:solidFill>
                <a:effectLst/>
                <a:uFillTx/>
                <a:latin typeface="Fjalla One"/>
                <a:ea typeface="Fjalla One"/>
              </a:rPr>
              <a:t>Remote Work</a:t>
            </a:r>
            <a:endParaRPr lang="fr-FR" sz="4400" b="0" u="none" strike="noStrike" dirty="0">
              <a:solidFill>
                <a:schemeClr val="dk1"/>
              </a:solidFill>
              <a:effectLst/>
              <a:uFillTx/>
              <a:latin typeface="Arial"/>
            </a:endParaRPr>
          </a:p>
        </p:txBody>
      </p:sp>
      <p:sp>
        <p:nvSpPr>
          <p:cNvPr id="414" name="PlaceHolder 2"/>
          <p:cNvSpPr>
            <a:spLocks noGrp="1"/>
          </p:cNvSpPr>
          <p:nvPr>
            <p:ph type="subTitle"/>
          </p:nvPr>
        </p:nvSpPr>
        <p:spPr>
          <a:xfrm>
            <a:off x="5790960" y="3550759"/>
            <a:ext cx="2342925" cy="79992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US" sz="1800" b="0" u="none" strike="noStrike" dirty="0">
                <a:solidFill>
                  <a:schemeClr val="accent1"/>
                </a:solidFill>
                <a:effectLst/>
                <a:uFillTx/>
                <a:latin typeface="Barlow Semi Condensed Medium"/>
                <a:ea typeface="Barlow Semi Condensed Medium"/>
              </a:rPr>
              <a:t>Dr.Esraa Ferwana</a:t>
            </a:r>
            <a:endParaRPr lang="en-US" sz="1800" b="0" u="none" strike="noStrike" dirty="0">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5" name="Google Shape;2218;p40"/>
          <p:cNvGrpSpPr/>
          <p:nvPr/>
        </p:nvGrpSpPr>
        <p:grpSpPr>
          <a:xfrm>
            <a:off x="3732480" y="527040"/>
            <a:ext cx="1678680" cy="1678680"/>
            <a:chOff x="3732480" y="527040"/>
            <a:chExt cx="1678680" cy="1678680"/>
          </a:xfrm>
        </p:grpSpPr>
        <p:sp>
          <p:nvSpPr>
            <p:cNvPr id="416"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7"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18" name="Google Shape;2221;p40"/>
          <p:cNvGrpSpPr/>
          <p:nvPr/>
        </p:nvGrpSpPr>
        <p:grpSpPr>
          <a:xfrm>
            <a:off x="4276440" y="1071000"/>
            <a:ext cx="591120" cy="590400"/>
            <a:chOff x="4276440" y="1071000"/>
            <a:chExt cx="591120" cy="590400"/>
          </a:xfrm>
        </p:grpSpPr>
        <p:sp>
          <p:nvSpPr>
            <p:cNvPr id="419"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0"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1"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3"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5"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6"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7"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8"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29" name="PlaceHolder 1"/>
          <p:cNvSpPr>
            <a:spLocks noGrp="1"/>
          </p:cNvSpPr>
          <p:nvPr>
            <p:ph type="title"/>
          </p:nvPr>
        </p:nvSpPr>
        <p:spPr>
          <a:xfrm>
            <a:off x="-452497" y="2370746"/>
            <a:ext cx="55526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800" b="0" u="none" strike="noStrike" dirty="0">
                <a:solidFill>
                  <a:schemeClr val="dk2"/>
                </a:solidFill>
                <a:effectLst/>
                <a:uFillTx/>
                <a:latin typeface="Fjalla One"/>
                <a:ea typeface="Fjalla One"/>
              </a:rPr>
              <a:t>Introduction</a:t>
            </a:r>
            <a:endParaRPr lang="fr-FR" sz="2800" b="0" u="none" strike="noStrike" dirty="0">
              <a:solidFill>
                <a:schemeClr val="dk1"/>
              </a:solidFill>
              <a:effectLst/>
              <a:uFillTx/>
              <a:latin typeface="Arial"/>
            </a:endParaRPr>
          </a:p>
        </p:txBody>
      </p:sp>
      <p:sp>
        <p:nvSpPr>
          <p:cNvPr id="430" name="PlaceHolder 2"/>
          <p:cNvSpPr>
            <a:spLocks noGrp="1"/>
          </p:cNvSpPr>
          <p:nvPr>
            <p:ph type="subTitle"/>
          </p:nvPr>
        </p:nvSpPr>
        <p:spPr>
          <a:xfrm>
            <a:off x="1338598" y="2993186"/>
            <a:ext cx="6321724" cy="1133280"/>
          </a:xfrm>
          <a:prstGeom prst="rect">
            <a:avLst/>
          </a:prstGeom>
          <a:noFill/>
          <a:ln w="0">
            <a:noFill/>
          </a:ln>
        </p:spPr>
        <p:txBody>
          <a:bodyPr lIns="91440" tIns="91440" rIns="91440" bIns="91440" anchor="t">
            <a:noAutofit/>
          </a:bodyPr>
          <a:lstStyle/>
          <a:p>
            <a:pPr indent="0" algn="just">
              <a:lnSpc>
                <a:spcPct val="150000"/>
              </a:lnSpc>
              <a:buNone/>
              <a:tabLst>
                <a:tab pos="0" algn="l"/>
              </a:tabLst>
            </a:pPr>
            <a:r>
              <a:rPr lang="en-US" sz="1400" dirty="0"/>
              <a:t>Remote work has become one of the most significant transformations in the modern labor market. Advances in digital technologies, cloud computing, and communication platforms have enabled organizations to operate beyond traditional office environments.</a:t>
            </a:r>
            <a:endParaRPr lang="en-US" sz="1400" b="0" u="none" strike="noStrike" dirty="0">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Rectangle 430"/>
          <p:cNvSpPr/>
          <p:nvPr/>
        </p:nvSpPr>
        <p:spPr>
          <a:xfrm>
            <a:off x="5048280" y="919237"/>
            <a:ext cx="2285640" cy="8092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dirty="0">
                <a:solidFill>
                  <a:schemeClr val="dk2"/>
                </a:solidFill>
                <a:effectLst/>
                <a:uFillTx/>
                <a:latin typeface="Calibri"/>
              </a:rPr>
              <a:t>01</a:t>
            </a:r>
            <a:endParaRPr lang="en-US" sz="5000" b="0" u="none" strike="noStrike" dirty="0">
              <a:solidFill>
                <a:srgbClr val="000000"/>
              </a:solidFill>
              <a:effectLst/>
              <a:uFillTx/>
              <a:latin typeface="OpenSymbol"/>
            </a:endParaRPr>
          </a:p>
        </p:txBody>
      </p:sp>
      <p:sp>
        <p:nvSpPr>
          <p:cNvPr id="432" name="Rectangle 431"/>
          <p:cNvSpPr/>
          <p:nvPr/>
        </p:nvSpPr>
        <p:spPr>
          <a:xfrm>
            <a:off x="5048280" y="1986504"/>
            <a:ext cx="347616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20000"/>
          </a:bodyPr>
          <a:lstStyle/>
          <a:p>
            <a:r>
              <a:rPr lang="en-US" sz="4000" dirty="0">
                <a:solidFill>
                  <a:schemeClr val="dk2"/>
                </a:solidFill>
                <a:latin typeface="Fjalla One"/>
              </a:rPr>
              <a:t>Introduction to Remote Work </a:t>
            </a:r>
          </a:p>
          <a:p>
            <a:r>
              <a:rPr lang="en-US" sz="4000" dirty="0">
                <a:solidFill>
                  <a:schemeClr val="dk2"/>
                </a:solidFill>
                <a:latin typeface="Fjalla One"/>
              </a:rPr>
              <a:t>  </a:t>
            </a:r>
          </a:p>
          <a:p>
            <a:pPr defTabSz="914400">
              <a:lnSpc>
                <a:spcPct val="100000"/>
              </a:lnSpc>
              <a:tabLst>
                <a:tab pos="0" algn="l"/>
              </a:tabLst>
            </a:pPr>
            <a:endParaRPr lang="en-US" sz="4000" b="0" u="none" strike="noStrike" dirty="0">
              <a:solidFill>
                <a:srgbClr val="000000"/>
              </a:solidFill>
              <a:effectLst/>
              <a:uFillTx/>
              <a:latin typeface="OpenSymbol"/>
            </a:endParaRPr>
          </a:p>
        </p:txBody>
      </p:sp>
      <p:sp>
        <p:nvSpPr>
          <p:cNvPr id="433" name="image69fdfea107919" descr="image69fdfea10791c"/>
          <p:cNvSpPr/>
          <p:nvPr/>
        </p:nvSpPr>
        <p:spPr>
          <a:xfrm>
            <a:off x="228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4" name="Google Shape;2218;p40"/>
          <p:cNvGrpSpPr/>
          <p:nvPr/>
        </p:nvGrpSpPr>
        <p:grpSpPr>
          <a:xfrm>
            <a:off x="3732480" y="527040"/>
            <a:ext cx="1678680" cy="1678680"/>
            <a:chOff x="3732480" y="527040"/>
            <a:chExt cx="1678680" cy="1678680"/>
          </a:xfrm>
        </p:grpSpPr>
        <p:sp>
          <p:nvSpPr>
            <p:cNvPr id="435"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6"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37" name="Google Shape;2221;p40"/>
          <p:cNvGrpSpPr/>
          <p:nvPr/>
        </p:nvGrpSpPr>
        <p:grpSpPr>
          <a:xfrm>
            <a:off x="4276440" y="1071000"/>
            <a:ext cx="591120" cy="590400"/>
            <a:chOff x="4276440" y="1071000"/>
            <a:chExt cx="591120" cy="590400"/>
          </a:xfrm>
        </p:grpSpPr>
        <p:sp>
          <p:nvSpPr>
            <p:cNvPr id="438"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9"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0"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1"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2"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4"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5"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6"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7"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4" name="TextBox 23">
            <a:extLst>
              <a:ext uri="{FF2B5EF4-FFF2-40B4-BE49-F238E27FC236}">
                <a16:creationId xmlns:a16="http://schemas.microsoft.com/office/drawing/2014/main" id="{766DAFF5-93FE-4970-BA73-63A9C86BB0F3}"/>
              </a:ext>
            </a:extLst>
          </p:cNvPr>
          <p:cNvSpPr txBox="1"/>
          <p:nvPr/>
        </p:nvSpPr>
        <p:spPr>
          <a:xfrm>
            <a:off x="1587127" y="2568600"/>
            <a:ext cx="6372226" cy="1107996"/>
          </a:xfrm>
          <a:prstGeom prst="rect">
            <a:avLst/>
          </a:prstGeom>
          <a:noFill/>
        </p:spPr>
        <p:txBody>
          <a:bodyPr wrap="square">
            <a:spAutoFit/>
          </a:bodyPr>
          <a:lstStyle/>
          <a:p>
            <a:pPr>
              <a:defRPr sz="2200"/>
            </a:pPr>
            <a:r>
              <a:rPr lang="en-US" dirty="0">
                <a:latin typeface="+mj-lt"/>
                <a:ea typeface="+mj-ea"/>
                <a:cs typeface="+mj-cs"/>
              </a:rPr>
              <a:t>Definition of Remote Work</a:t>
            </a:r>
          </a:p>
          <a:p>
            <a:pPr>
              <a:defRPr sz="2200"/>
            </a:pPr>
            <a:r>
              <a:rPr lang="en-US" dirty="0">
                <a:latin typeface="+mj-lt"/>
                <a:ea typeface="+mj-ea"/>
                <a:cs typeface="+mj-cs"/>
              </a:rPr>
              <a:t>Digital transformation and modern workplaces</a:t>
            </a:r>
          </a:p>
          <a:p>
            <a:pPr>
              <a:defRPr sz="2200"/>
            </a:pPr>
            <a:r>
              <a:rPr lang="en-US" dirty="0">
                <a:latin typeface="+mj-lt"/>
                <a:ea typeface="+mj-ea"/>
                <a:cs typeface="+mj-cs"/>
              </a:rPr>
              <a:t>Growth of remote and hybrid work models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5" name="Google Shape;2218;p40"/>
          <p:cNvGrpSpPr/>
          <p:nvPr/>
        </p:nvGrpSpPr>
        <p:grpSpPr>
          <a:xfrm>
            <a:off x="3732480" y="527040"/>
            <a:ext cx="1678680" cy="1678680"/>
            <a:chOff x="3732480" y="527040"/>
            <a:chExt cx="1678680" cy="1678680"/>
          </a:xfrm>
        </p:grpSpPr>
        <p:sp>
          <p:nvSpPr>
            <p:cNvPr id="416"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7"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18" name="Google Shape;2221;p40"/>
          <p:cNvGrpSpPr/>
          <p:nvPr/>
        </p:nvGrpSpPr>
        <p:grpSpPr>
          <a:xfrm>
            <a:off x="4276440" y="1071000"/>
            <a:ext cx="591120" cy="590400"/>
            <a:chOff x="4276440" y="1071000"/>
            <a:chExt cx="591120" cy="590400"/>
          </a:xfrm>
        </p:grpSpPr>
        <p:sp>
          <p:nvSpPr>
            <p:cNvPr id="419"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0"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1"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3"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5"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6"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7"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8"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 name="Rectangle 2">
            <a:extLst>
              <a:ext uri="{FF2B5EF4-FFF2-40B4-BE49-F238E27FC236}">
                <a16:creationId xmlns:a16="http://schemas.microsoft.com/office/drawing/2014/main" id="{C066BA9F-4D19-4440-A7E1-9243DDDE8FFD}"/>
              </a:ext>
            </a:extLst>
          </p:cNvPr>
          <p:cNvSpPr>
            <a:spLocks noGrp="1" noChangeArrowheads="1"/>
          </p:cNvSpPr>
          <p:nvPr>
            <p:ph type="title"/>
          </p:nvPr>
        </p:nvSpPr>
        <p:spPr bwMode="auto">
          <a:xfrm>
            <a:off x="1044400" y="2173327"/>
            <a:ext cx="8284959"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en-US" altLang="en-US" sz="2000" dirty="0">
                <a:hlinkClick r:id="rId2"/>
              </a:rPr>
              <a:t>International Labour Organization (ILO)</a:t>
            </a:r>
            <a:r>
              <a:rPr lang="en-US" altLang="en-US" sz="2000" dirty="0"/>
              <a:t>:</a:t>
            </a:r>
          </a:p>
          <a:p>
            <a:pPr marL="0" marR="0" lvl="0" indent="0" defTabSz="914400" rtl="0" eaLnBrk="0" fontAlgn="base" latinLnBrk="0" hangingPunct="0">
              <a:lnSpc>
                <a:spcPct val="100000"/>
              </a:lnSpc>
              <a:spcBef>
                <a:spcPct val="0"/>
              </a:spcBef>
              <a:spcAft>
                <a:spcPct val="0"/>
              </a:spcAft>
              <a:buClrTx/>
              <a:buSzTx/>
              <a:buFontTx/>
              <a:buNone/>
              <a:tabLst/>
            </a:pPr>
            <a:r>
              <a:rPr lang="en-US" altLang="en-US" sz="2000" dirty="0"/>
              <a:t>“Remote work is a work arrangement in which employees</a:t>
            </a:r>
            <a:br>
              <a:rPr lang="ar-SA" altLang="en-US" sz="2000" dirty="0"/>
            </a:br>
            <a:r>
              <a:rPr lang="en-US" altLang="en-US" sz="2000" dirty="0"/>
              <a:t> perform their duties outside the employer’s premises </a:t>
            </a:r>
            <a:br>
              <a:rPr lang="ar-SA" altLang="en-US" sz="2000" dirty="0"/>
            </a:br>
            <a:r>
              <a:rPr lang="en-US" altLang="en-US" sz="2000" dirty="0"/>
              <a:t>using digital technologies</a:t>
            </a:r>
          </a:p>
        </p:txBody>
      </p:sp>
    </p:spTree>
    <p:extLst>
      <p:ext uri="{BB962C8B-B14F-4D97-AF65-F5344CB8AC3E}">
        <p14:creationId xmlns:p14="http://schemas.microsoft.com/office/powerpoint/2010/main" val="2125578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Rectangle 449"/>
          <p:cNvSpPr/>
          <p:nvPr/>
        </p:nvSpPr>
        <p:spPr>
          <a:xfrm>
            <a:off x="976387" y="1183556"/>
            <a:ext cx="4059956" cy="538088"/>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000" dirty="0"/>
              <a:t>What is Remote Work?</a:t>
            </a:r>
            <a:endParaRPr lang="en-US" sz="2000" b="0" u="none" strike="noStrike" dirty="0">
              <a:solidFill>
                <a:srgbClr val="000000"/>
              </a:solidFill>
              <a:effectLst/>
              <a:uFillTx/>
              <a:latin typeface="OpenSymbol"/>
            </a:endParaRPr>
          </a:p>
        </p:txBody>
      </p:sp>
      <p:sp>
        <p:nvSpPr>
          <p:cNvPr id="451" name="Rectangle 450"/>
          <p:cNvSpPr/>
          <p:nvPr/>
        </p:nvSpPr>
        <p:spPr>
          <a:xfrm>
            <a:off x="976387" y="1535907"/>
            <a:ext cx="6767437" cy="1893094"/>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a:defRPr sz="2200"/>
            </a:pPr>
            <a:r>
              <a:rPr lang="en-US" dirty="0">
                <a:latin typeface="+mj-lt"/>
                <a:ea typeface="+mj-ea"/>
                <a:cs typeface="+mj-cs"/>
              </a:rPr>
              <a:t>Work performed outside traditional offices</a:t>
            </a:r>
          </a:p>
          <a:p>
            <a:pPr>
              <a:defRPr sz="2200"/>
            </a:pPr>
            <a:r>
              <a:rPr lang="en-US" dirty="0">
                <a:latin typeface="+mj-lt"/>
                <a:ea typeface="+mj-ea"/>
                <a:cs typeface="+mj-cs"/>
              </a:rPr>
              <a:t>Uses internet and communication technologies</a:t>
            </a:r>
          </a:p>
          <a:p>
            <a:pPr>
              <a:defRPr sz="2200"/>
            </a:pPr>
            <a:r>
              <a:rPr lang="en-US" dirty="0">
                <a:latin typeface="+mj-lt"/>
                <a:ea typeface="+mj-ea"/>
                <a:cs typeface="+mj-cs"/>
              </a:rPr>
              <a:t>Enables flexibility and global collaboration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 name="Rectangle 451"/>
          <p:cNvSpPr/>
          <p:nvPr/>
        </p:nvSpPr>
        <p:spPr>
          <a:xfrm>
            <a:off x="4343040" y="1640754"/>
            <a:ext cx="5076404" cy="2795513"/>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2000" dirty="0"/>
              <a:t>Evolution of Remote Work</a:t>
            </a:r>
            <a:endParaRPr lang="ar-SA" sz="2000" dirty="0"/>
          </a:p>
          <a:p>
            <a:pPr defTabSz="914400">
              <a:lnSpc>
                <a:spcPct val="100000"/>
              </a:lnSpc>
              <a:tabLst>
                <a:tab pos="0" algn="l"/>
              </a:tabLst>
            </a:pPr>
            <a:endParaRPr lang="ar-SA" sz="2000" b="0" u="none" strike="noStrike" dirty="0">
              <a:solidFill>
                <a:srgbClr val="000000"/>
              </a:solidFill>
              <a:effectLst/>
              <a:uFillTx/>
              <a:latin typeface="OpenSymbol"/>
            </a:endParaRPr>
          </a:p>
          <a:p>
            <a:pPr defTabSz="914400">
              <a:lnSpc>
                <a:spcPct val="100000"/>
              </a:lnSpc>
              <a:tabLst>
                <a:tab pos="0" algn="l"/>
              </a:tabLst>
            </a:pPr>
            <a:r>
              <a:rPr lang="en-US" sz="2000" dirty="0"/>
              <a:t>Traditional Office-Based Work Era</a:t>
            </a:r>
            <a:endParaRPr lang="ar-SA" sz="2000" dirty="0"/>
          </a:p>
          <a:p>
            <a:pPr defTabSz="914400">
              <a:lnSpc>
                <a:spcPct val="100000"/>
              </a:lnSpc>
              <a:tabLst>
                <a:tab pos="0" algn="l"/>
              </a:tabLst>
            </a:pPr>
            <a:r>
              <a:rPr lang="en-US" sz="2000" dirty="0"/>
              <a:t>Digital Transformation Era</a:t>
            </a:r>
            <a:endParaRPr lang="ar-SA" sz="2000" dirty="0"/>
          </a:p>
          <a:p>
            <a:pPr defTabSz="914400">
              <a:lnSpc>
                <a:spcPct val="100000"/>
              </a:lnSpc>
              <a:tabLst>
                <a:tab pos="0" algn="l"/>
              </a:tabLst>
            </a:pPr>
            <a:r>
              <a:rPr lang="en-US" sz="2000" dirty="0"/>
              <a:t>Post-COVID-19 Remote Work Expansion</a:t>
            </a:r>
            <a:endParaRPr lang="en-US" sz="2000" b="0" u="none" strike="noStrike" dirty="0">
              <a:solidFill>
                <a:srgbClr val="000000"/>
              </a:solidFill>
              <a:effectLst/>
              <a:uFillTx/>
              <a:latin typeface="OpenSymbol"/>
            </a:endParaRPr>
          </a:p>
        </p:txBody>
      </p:sp>
      <p:sp>
        <p:nvSpPr>
          <p:cNvPr id="453" name="Rectangle 452"/>
          <p:cNvSpPr/>
          <p:nvPr/>
        </p:nvSpPr>
        <p:spPr>
          <a:xfrm>
            <a:off x="4910558" y="1169268"/>
            <a:ext cx="4095720" cy="26190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a:defRPr sz="2200"/>
            </a:pPr>
            <a:endParaRPr lang="en-US" sz="1600" dirty="0"/>
          </a:p>
        </p:txBody>
      </p:sp>
      <p:sp>
        <p:nvSpPr>
          <p:cNvPr id="454" name="image69fdfea111d73" descr="image69fdfea111d76"/>
          <p:cNvSpPr/>
          <p:nvPr/>
        </p:nvSpPr>
        <p:spPr>
          <a:xfrm>
            <a:off x="228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 name="Rectangle 457"/>
          <p:cNvSpPr/>
          <p:nvPr/>
        </p:nvSpPr>
        <p:spPr>
          <a:xfrm>
            <a:off x="619200" y="619200"/>
            <a:ext cx="395280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47500" lnSpcReduction="20000"/>
          </a:bodyPr>
          <a:lstStyle/>
          <a:p>
            <a:pPr defTabSz="914400">
              <a:lnSpc>
                <a:spcPct val="100000"/>
              </a:lnSpc>
              <a:tabLst>
                <a:tab pos="0" algn="l"/>
              </a:tabLst>
            </a:pPr>
            <a:r>
              <a:rPr lang="en-US" sz="6000" dirty="0"/>
              <a:t>Types of Remote Work</a:t>
            </a:r>
            <a:endParaRPr lang="en-US" sz="2800" b="0" u="none" strike="noStrike" dirty="0">
              <a:solidFill>
                <a:srgbClr val="000000"/>
              </a:solidFill>
              <a:effectLst/>
              <a:uFillTx/>
              <a:latin typeface="OpenSymbol"/>
            </a:endParaRPr>
          </a:p>
        </p:txBody>
      </p:sp>
      <p:sp>
        <p:nvSpPr>
          <p:cNvPr id="459" name="Rectangle 458"/>
          <p:cNvSpPr/>
          <p:nvPr/>
        </p:nvSpPr>
        <p:spPr>
          <a:xfrm>
            <a:off x="726356" y="883564"/>
            <a:ext cx="3476160" cy="26190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a:defRPr sz="2200"/>
            </a:pPr>
            <a:r>
              <a:rPr lang="en-US" sz="1600" dirty="0"/>
              <a:t>Fully Remote Work</a:t>
            </a:r>
          </a:p>
          <a:p>
            <a:pPr>
              <a:defRPr sz="2200"/>
            </a:pPr>
            <a:r>
              <a:rPr lang="en-US" sz="1600" dirty="0"/>
              <a:t>Hybrid Work</a:t>
            </a:r>
          </a:p>
          <a:p>
            <a:pPr>
              <a:defRPr sz="2200"/>
            </a:pPr>
            <a:r>
              <a:rPr lang="en-US" sz="1600" dirty="0"/>
              <a:t>Freelancing and project-based work</a:t>
            </a:r>
          </a:p>
          <a:p>
            <a:pPr defTabSz="914400">
              <a:lnSpc>
                <a:spcPct val="150000"/>
              </a:lnSpc>
              <a:tabLst>
                <a:tab pos="0" algn="l"/>
              </a:tabLst>
            </a:pPr>
            <a:endParaRPr lang="en-US" sz="1200" b="0" u="none" strike="noStrike" dirty="0">
              <a:solidFill>
                <a:srgbClr val="000000"/>
              </a:solidFill>
              <a:effectLst/>
              <a:uFillTx/>
              <a:latin typeface="OpenSymbol"/>
            </a:endParaRPr>
          </a:p>
        </p:txBody>
      </p:sp>
      <p:sp>
        <p:nvSpPr>
          <p:cNvPr id="460" name="image69fdfea12a0ed" descr="image69fdfea12a0f3"/>
          <p:cNvSpPr/>
          <p:nvPr/>
        </p:nvSpPr>
        <p:spPr>
          <a:xfrm>
            <a:off x="4800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0F6EAF3-2EAE-4FC1-AC38-DB89AFA73CA2}"/>
              </a:ext>
            </a:extLst>
          </p:cNvPr>
          <p:cNvGraphicFramePr>
            <a:graphicFrameLocks noGrp="1"/>
          </p:cNvGraphicFramePr>
          <p:nvPr>
            <p:extLst>
              <p:ext uri="{D42A27DB-BD31-4B8C-83A1-F6EECF244321}">
                <p14:modId xmlns:p14="http://schemas.microsoft.com/office/powerpoint/2010/main" val="1481563584"/>
              </p:ext>
            </p:extLst>
          </p:nvPr>
        </p:nvGraphicFramePr>
        <p:xfrm>
          <a:off x="719137" y="1516856"/>
          <a:ext cx="7705725" cy="1828800"/>
        </p:xfrm>
        <a:graphic>
          <a:graphicData uri="http://schemas.openxmlformats.org/drawingml/2006/table">
            <a:tbl>
              <a:tblPr>
                <a:tableStyleId>{69CF1AB2-1976-4502-BF36-3FF5EA218861}</a:tableStyleId>
              </a:tblPr>
              <a:tblGrid>
                <a:gridCol w="2568575">
                  <a:extLst>
                    <a:ext uri="{9D8B030D-6E8A-4147-A177-3AD203B41FA5}">
                      <a16:colId xmlns:a16="http://schemas.microsoft.com/office/drawing/2014/main" val="3926914565"/>
                    </a:ext>
                  </a:extLst>
                </a:gridCol>
                <a:gridCol w="2568575">
                  <a:extLst>
                    <a:ext uri="{9D8B030D-6E8A-4147-A177-3AD203B41FA5}">
                      <a16:colId xmlns:a16="http://schemas.microsoft.com/office/drawing/2014/main" val="1137065910"/>
                    </a:ext>
                  </a:extLst>
                </a:gridCol>
                <a:gridCol w="2568575">
                  <a:extLst>
                    <a:ext uri="{9D8B030D-6E8A-4147-A177-3AD203B41FA5}">
                      <a16:colId xmlns:a16="http://schemas.microsoft.com/office/drawing/2014/main" val="774973010"/>
                    </a:ext>
                  </a:extLst>
                </a:gridCol>
              </a:tblGrid>
              <a:tr h="0">
                <a:tc>
                  <a:txBody>
                    <a:bodyPr/>
                    <a:lstStyle/>
                    <a:p>
                      <a:r>
                        <a:rPr lang="en-US"/>
                        <a:t>Aspect</a:t>
                      </a:r>
                    </a:p>
                  </a:txBody>
                  <a:tcPr anchor="ctr"/>
                </a:tc>
                <a:tc>
                  <a:txBody>
                    <a:bodyPr/>
                    <a:lstStyle/>
                    <a:p>
                      <a:r>
                        <a:rPr lang="en-US"/>
                        <a:t>Traditional Job</a:t>
                      </a:r>
                    </a:p>
                  </a:txBody>
                  <a:tcPr anchor="ctr"/>
                </a:tc>
                <a:tc>
                  <a:txBody>
                    <a:bodyPr/>
                    <a:lstStyle/>
                    <a:p>
                      <a:r>
                        <a:rPr lang="en-US"/>
                        <a:t>Freelancing</a:t>
                      </a:r>
                    </a:p>
                  </a:txBody>
                  <a:tcPr anchor="ctr"/>
                </a:tc>
                <a:extLst>
                  <a:ext uri="{0D108BD9-81ED-4DB2-BD59-A6C34878D82A}">
                    <a16:rowId xmlns:a16="http://schemas.microsoft.com/office/drawing/2014/main" val="2628467217"/>
                  </a:ext>
                </a:extLst>
              </a:tr>
              <a:tr h="0">
                <a:tc>
                  <a:txBody>
                    <a:bodyPr/>
                    <a:lstStyle/>
                    <a:p>
                      <a:r>
                        <a:rPr lang="en-US"/>
                        <a:t>Income</a:t>
                      </a:r>
                    </a:p>
                  </a:txBody>
                  <a:tcPr anchor="ctr"/>
                </a:tc>
                <a:tc>
                  <a:txBody>
                    <a:bodyPr/>
                    <a:lstStyle/>
                    <a:p>
                      <a:r>
                        <a:rPr lang="en-US"/>
                        <a:t>Fixed</a:t>
                      </a:r>
                    </a:p>
                  </a:txBody>
                  <a:tcPr anchor="ctr"/>
                </a:tc>
                <a:tc>
                  <a:txBody>
                    <a:bodyPr/>
                    <a:lstStyle/>
                    <a:p>
                      <a:r>
                        <a:rPr lang="en-US"/>
                        <a:t>Variable</a:t>
                      </a:r>
                    </a:p>
                  </a:txBody>
                  <a:tcPr anchor="ctr"/>
                </a:tc>
                <a:extLst>
                  <a:ext uri="{0D108BD9-81ED-4DB2-BD59-A6C34878D82A}">
                    <a16:rowId xmlns:a16="http://schemas.microsoft.com/office/drawing/2014/main" val="1734869756"/>
                  </a:ext>
                </a:extLst>
              </a:tr>
              <a:tr h="0">
                <a:tc>
                  <a:txBody>
                    <a:bodyPr/>
                    <a:lstStyle/>
                    <a:p>
                      <a:r>
                        <a:rPr lang="en-US"/>
                        <a:t>Clients</a:t>
                      </a:r>
                    </a:p>
                  </a:txBody>
                  <a:tcPr anchor="ctr"/>
                </a:tc>
                <a:tc>
                  <a:txBody>
                    <a:bodyPr/>
                    <a:lstStyle/>
                    <a:p>
                      <a:r>
                        <a:rPr lang="en-US"/>
                        <a:t>One Company</a:t>
                      </a:r>
                    </a:p>
                  </a:txBody>
                  <a:tcPr anchor="ctr"/>
                </a:tc>
                <a:tc>
                  <a:txBody>
                    <a:bodyPr/>
                    <a:lstStyle/>
                    <a:p>
                      <a:r>
                        <a:rPr lang="en-US"/>
                        <a:t>Multiple Clients</a:t>
                      </a:r>
                    </a:p>
                  </a:txBody>
                  <a:tcPr anchor="ctr"/>
                </a:tc>
                <a:extLst>
                  <a:ext uri="{0D108BD9-81ED-4DB2-BD59-A6C34878D82A}">
                    <a16:rowId xmlns:a16="http://schemas.microsoft.com/office/drawing/2014/main" val="3283031272"/>
                  </a:ext>
                </a:extLst>
              </a:tr>
              <a:tr h="0">
                <a:tc>
                  <a:txBody>
                    <a:bodyPr/>
                    <a:lstStyle/>
                    <a:p>
                      <a:r>
                        <a:rPr lang="en-US"/>
                        <a:t>Flexibility</a:t>
                      </a:r>
                    </a:p>
                  </a:txBody>
                  <a:tcPr anchor="ctr"/>
                </a:tc>
                <a:tc>
                  <a:txBody>
                    <a:bodyPr/>
                    <a:lstStyle/>
                    <a:p>
                      <a:r>
                        <a:rPr lang="en-US"/>
                        <a:t>Lower</a:t>
                      </a:r>
                    </a:p>
                  </a:txBody>
                  <a:tcPr anchor="ctr"/>
                </a:tc>
                <a:tc>
                  <a:txBody>
                    <a:bodyPr/>
                    <a:lstStyle/>
                    <a:p>
                      <a:r>
                        <a:rPr lang="en-US"/>
                        <a:t>Higher</a:t>
                      </a:r>
                    </a:p>
                  </a:txBody>
                  <a:tcPr anchor="ctr"/>
                </a:tc>
                <a:extLst>
                  <a:ext uri="{0D108BD9-81ED-4DB2-BD59-A6C34878D82A}">
                    <a16:rowId xmlns:a16="http://schemas.microsoft.com/office/drawing/2014/main" val="2568126800"/>
                  </a:ext>
                </a:extLst>
              </a:tr>
              <a:tr h="0">
                <a:tc>
                  <a:txBody>
                    <a:bodyPr/>
                    <a:lstStyle/>
                    <a:p>
                      <a:r>
                        <a:rPr lang="en-US"/>
                        <a:t>Stability</a:t>
                      </a:r>
                    </a:p>
                  </a:txBody>
                  <a:tcPr anchor="ctr"/>
                </a:tc>
                <a:tc>
                  <a:txBody>
                    <a:bodyPr/>
                    <a:lstStyle/>
                    <a:p>
                      <a:r>
                        <a:rPr lang="en-US"/>
                        <a:t>Higher</a:t>
                      </a:r>
                    </a:p>
                  </a:txBody>
                  <a:tcPr anchor="ctr"/>
                </a:tc>
                <a:tc>
                  <a:txBody>
                    <a:bodyPr/>
                    <a:lstStyle/>
                    <a:p>
                      <a:r>
                        <a:rPr lang="en-US" dirty="0"/>
                        <a:t>Lower</a:t>
                      </a:r>
                    </a:p>
                  </a:txBody>
                  <a:tcPr anchor="ctr"/>
                </a:tc>
                <a:extLst>
                  <a:ext uri="{0D108BD9-81ED-4DB2-BD59-A6C34878D82A}">
                    <a16:rowId xmlns:a16="http://schemas.microsoft.com/office/drawing/2014/main" val="2051321752"/>
                  </a:ext>
                </a:extLst>
              </a:tr>
            </a:tbl>
          </a:graphicData>
        </a:graphic>
      </p:graphicFrame>
      <p:sp>
        <p:nvSpPr>
          <p:cNvPr id="7" name="TextBox 6">
            <a:extLst>
              <a:ext uri="{FF2B5EF4-FFF2-40B4-BE49-F238E27FC236}">
                <a16:creationId xmlns:a16="http://schemas.microsoft.com/office/drawing/2014/main" id="{9BA56027-86DF-48F0-9FFF-C4404D50396A}"/>
              </a:ext>
            </a:extLst>
          </p:cNvPr>
          <p:cNvSpPr txBox="1"/>
          <p:nvPr/>
        </p:nvSpPr>
        <p:spPr>
          <a:xfrm>
            <a:off x="719137" y="776168"/>
            <a:ext cx="4575572" cy="369332"/>
          </a:xfrm>
          <a:prstGeom prst="rect">
            <a:avLst/>
          </a:prstGeom>
          <a:noFill/>
        </p:spPr>
        <p:txBody>
          <a:bodyPr wrap="square">
            <a:spAutoFit/>
          </a:bodyPr>
          <a:lstStyle/>
          <a:p>
            <a:r>
              <a:rPr lang="en-US" b="1" dirty="0"/>
              <a:t>Work Models Comparison</a:t>
            </a:r>
          </a:p>
        </p:txBody>
      </p:sp>
    </p:spTree>
    <p:extLst>
      <p:ext uri="{BB962C8B-B14F-4D97-AF65-F5344CB8AC3E}">
        <p14:creationId xmlns:p14="http://schemas.microsoft.com/office/powerpoint/2010/main" val="1529336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Rectangle 476"/>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2800" b="0" u="none" strike="noStrike" dirty="0">
              <a:solidFill>
                <a:srgbClr val="000000"/>
              </a:solidFill>
              <a:effectLst/>
              <a:uFillTx/>
              <a:latin typeface="OpenSymbol"/>
            </a:endParaRPr>
          </a:p>
        </p:txBody>
      </p:sp>
      <p:sp>
        <p:nvSpPr>
          <p:cNvPr id="478" name="Rectangle 477"/>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200" b="0" u="none" strike="noStrike" dirty="0">
                <a:solidFill>
                  <a:schemeClr val="dk2"/>
                </a:solidFill>
                <a:effectLst/>
                <a:uFillTx/>
                <a:latin typeface="Barlow Semi Condensed"/>
              </a:rPr>
              <a:t>.</a:t>
            </a:r>
            <a:endParaRPr lang="en-US" sz="1200" b="0" u="none" strike="noStrike" dirty="0">
              <a:solidFill>
                <a:srgbClr val="000000"/>
              </a:solidFill>
              <a:effectLst/>
              <a:uFillTx/>
              <a:latin typeface="OpenSymbol"/>
            </a:endParaRPr>
          </a:p>
        </p:txBody>
      </p:sp>
      <p:sp>
        <p:nvSpPr>
          <p:cNvPr id="5" name="TextBox 4">
            <a:extLst>
              <a:ext uri="{FF2B5EF4-FFF2-40B4-BE49-F238E27FC236}">
                <a16:creationId xmlns:a16="http://schemas.microsoft.com/office/drawing/2014/main" id="{3A2DF4BB-0224-4818-B8FF-F590041D4764}"/>
              </a:ext>
            </a:extLst>
          </p:cNvPr>
          <p:cNvSpPr txBox="1"/>
          <p:nvPr/>
        </p:nvSpPr>
        <p:spPr>
          <a:xfrm>
            <a:off x="966192" y="721675"/>
            <a:ext cx="5091707" cy="538609"/>
          </a:xfrm>
          <a:prstGeom prst="rect">
            <a:avLst/>
          </a:prstGeom>
          <a:noFill/>
        </p:spPr>
        <p:txBody>
          <a:bodyPr wrap="square">
            <a:spAutoFit/>
          </a:bodyPr>
          <a:lstStyle/>
          <a:p>
            <a:r>
              <a:rPr lang="en-US" sz="2900" dirty="0"/>
              <a:t>Advantages of Remote Work</a:t>
            </a:r>
          </a:p>
        </p:txBody>
      </p:sp>
      <p:sp>
        <p:nvSpPr>
          <p:cNvPr id="7" name="TextBox 6">
            <a:extLst>
              <a:ext uri="{FF2B5EF4-FFF2-40B4-BE49-F238E27FC236}">
                <a16:creationId xmlns:a16="http://schemas.microsoft.com/office/drawing/2014/main" id="{354B5443-07EE-4278-824A-70D89143B434}"/>
              </a:ext>
            </a:extLst>
          </p:cNvPr>
          <p:cNvSpPr txBox="1"/>
          <p:nvPr/>
        </p:nvSpPr>
        <p:spPr>
          <a:xfrm>
            <a:off x="1073349" y="1428480"/>
            <a:ext cx="4575572" cy="1446550"/>
          </a:xfrm>
          <a:prstGeom prst="rect">
            <a:avLst/>
          </a:prstGeom>
          <a:noFill/>
        </p:spPr>
        <p:txBody>
          <a:bodyPr wrap="square">
            <a:spAutoFit/>
          </a:bodyPr>
          <a:lstStyle/>
          <a:p>
            <a:pPr>
              <a:defRPr sz="2200"/>
            </a:pPr>
            <a:r>
              <a:rPr lang="en-US" dirty="0"/>
              <a:t>Flexible schedules</a:t>
            </a:r>
          </a:p>
          <a:p>
            <a:pPr>
              <a:defRPr sz="2200"/>
            </a:pPr>
            <a:r>
              <a:rPr lang="en-US" dirty="0"/>
              <a:t>Reduced commuting time</a:t>
            </a:r>
          </a:p>
          <a:p>
            <a:pPr>
              <a:defRPr sz="2200"/>
            </a:pPr>
            <a:r>
              <a:rPr lang="en-US" dirty="0"/>
              <a:t>Access to global opportunities</a:t>
            </a:r>
          </a:p>
          <a:p>
            <a:pPr>
              <a:defRPr sz="2200"/>
            </a:pPr>
            <a:r>
              <a:rPr lang="en-US" dirty="0"/>
              <a:t>Improved work-life balance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Rectangle 476"/>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2800" b="0" u="none" strike="noStrike" dirty="0">
              <a:solidFill>
                <a:srgbClr val="000000"/>
              </a:solidFill>
              <a:effectLst/>
              <a:uFillTx/>
              <a:latin typeface="OpenSymbol"/>
            </a:endParaRPr>
          </a:p>
        </p:txBody>
      </p:sp>
      <p:sp>
        <p:nvSpPr>
          <p:cNvPr id="478" name="Rectangle 477"/>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200" b="0" u="none" strike="noStrike" dirty="0">
                <a:solidFill>
                  <a:schemeClr val="dk2"/>
                </a:solidFill>
                <a:effectLst/>
                <a:uFillTx/>
                <a:latin typeface="Barlow Semi Condensed"/>
              </a:rPr>
              <a:t>.</a:t>
            </a:r>
            <a:endParaRPr lang="en-US" sz="1200" b="0" u="none" strike="noStrike" dirty="0">
              <a:solidFill>
                <a:srgbClr val="000000"/>
              </a:solidFill>
              <a:effectLst/>
              <a:uFillTx/>
              <a:latin typeface="OpenSymbol"/>
            </a:endParaRPr>
          </a:p>
        </p:txBody>
      </p:sp>
      <p:sp>
        <p:nvSpPr>
          <p:cNvPr id="5" name="TextBox 4">
            <a:extLst>
              <a:ext uri="{FF2B5EF4-FFF2-40B4-BE49-F238E27FC236}">
                <a16:creationId xmlns:a16="http://schemas.microsoft.com/office/drawing/2014/main" id="{3A2DF4BB-0224-4818-B8FF-F590041D4764}"/>
              </a:ext>
            </a:extLst>
          </p:cNvPr>
          <p:cNvSpPr txBox="1"/>
          <p:nvPr/>
        </p:nvSpPr>
        <p:spPr>
          <a:xfrm>
            <a:off x="966192" y="721675"/>
            <a:ext cx="5091707" cy="430887"/>
          </a:xfrm>
          <a:prstGeom prst="rect">
            <a:avLst/>
          </a:prstGeom>
          <a:noFill/>
        </p:spPr>
        <p:txBody>
          <a:bodyPr wrap="square">
            <a:spAutoFit/>
          </a:bodyPr>
          <a:lstStyle/>
          <a:p>
            <a:r>
              <a:rPr lang="en-US" sz="2200" dirty="0"/>
              <a:t>Challenges of Remote Work</a:t>
            </a:r>
          </a:p>
        </p:txBody>
      </p:sp>
      <p:sp>
        <p:nvSpPr>
          <p:cNvPr id="7" name="TextBox 6">
            <a:extLst>
              <a:ext uri="{FF2B5EF4-FFF2-40B4-BE49-F238E27FC236}">
                <a16:creationId xmlns:a16="http://schemas.microsoft.com/office/drawing/2014/main" id="{354B5443-07EE-4278-824A-70D89143B434}"/>
              </a:ext>
            </a:extLst>
          </p:cNvPr>
          <p:cNvSpPr txBox="1"/>
          <p:nvPr/>
        </p:nvSpPr>
        <p:spPr>
          <a:xfrm>
            <a:off x="1046558" y="1322020"/>
            <a:ext cx="4575572" cy="1446550"/>
          </a:xfrm>
          <a:prstGeom prst="rect">
            <a:avLst/>
          </a:prstGeom>
          <a:noFill/>
        </p:spPr>
        <p:txBody>
          <a:bodyPr wrap="square">
            <a:spAutoFit/>
          </a:bodyPr>
          <a:lstStyle/>
          <a:p>
            <a:pPr>
              <a:defRPr sz="2200"/>
            </a:pPr>
            <a:r>
              <a:rPr lang="en-US" dirty="0"/>
              <a:t>Communication barriers</a:t>
            </a:r>
          </a:p>
          <a:p>
            <a:pPr>
              <a:defRPr sz="2200"/>
            </a:pPr>
            <a:r>
              <a:rPr lang="en-US" dirty="0"/>
              <a:t>Time management difficulties</a:t>
            </a:r>
          </a:p>
          <a:p>
            <a:pPr>
              <a:defRPr sz="2200"/>
            </a:pPr>
            <a:r>
              <a:rPr lang="en-US" dirty="0"/>
              <a:t>Cybersecurity risks</a:t>
            </a:r>
          </a:p>
          <a:p>
            <a:pPr>
              <a:defRPr sz="2200"/>
            </a:pPr>
            <a:r>
              <a:rPr lang="en-US" dirty="0"/>
              <a:t>Social isolation and burnout</a:t>
            </a:r>
          </a:p>
        </p:txBody>
      </p:sp>
    </p:spTree>
    <p:extLst>
      <p:ext uri="{BB962C8B-B14F-4D97-AF65-F5344CB8AC3E}">
        <p14:creationId xmlns:p14="http://schemas.microsoft.com/office/powerpoint/2010/main" val="1143968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Rectangle 476"/>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2800" b="0" u="none" strike="noStrike" dirty="0">
              <a:solidFill>
                <a:srgbClr val="000000"/>
              </a:solidFill>
              <a:effectLst/>
              <a:uFillTx/>
              <a:latin typeface="OpenSymbol"/>
            </a:endParaRPr>
          </a:p>
        </p:txBody>
      </p:sp>
      <p:sp>
        <p:nvSpPr>
          <p:cNvPr id="478" name="Rectangle 477"/>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200" b="0" u="none" strike="noStrike" dirty="0">
                <a:solidFill>
                  <a:schemeClr val="dk2"/>
                </a:solidFill>
                <a:effectLst/>
                <a:uFillTx/>
                <a:latin typeface="Barlow Semi Condensed"/>
              </a:rPr>
              <a:t>.</a:t>
            </a:r>
            <a:endParaRPr lang="en-US" sz="1200" b="0" u="none" strike="noStrike" dirty="0">
              <a:solidFill>
                <a:srgbClr val="000000"/>
              </a:solidFill>
              <a:effectLst/>
              <a:uFillTx/>
              <a:latin typeface="OpenSymbol"/>
            </a:endParaRPr>
          </a:p>
        </p:txBody>
      </p:sp>
      <p:sp>
        <p:nvSpPr>
          <p:cNvPr id="5" name="TextBox 4">
            <a:extLst>
              <a:ext uri="{FF2B5EF4-FFF2-40B4-BE49-F238E27FC236}">
                <a16:creationId xmlns:a16="http://schemas.microsoft.com/office/drawing/2014/main" id="{3A2DF4BB-0224-4818-B8FF-F590041D4764}"/>
              </a:ext>
            </a:extLst>
          </p:cNvPr>
          <p:cNvSpPr txBox="1"/>
          <p:nvPr/>
        </p:nvSpPr>
        <p:spPr>
          <a:xfrm>
            <a:off x="966192" y="721675"/>
            <a:ext cx="5091707" cy="430887"/>
          </a:xfrm>
          <a:prstGeom prst="rect">
            <a:avLst/>
          </a:prstGeom>
          <a:noFill/>
        </p:spPr>
        <p:txBody>
          <a:bodyPr wrap="square">
            <a:spAutoFit/>
          </a:bodyPr>
          <a:lstStyle/>
          <a:p>
            <a:r>
              <a:rPr lang="en-US" sz="2200" dirty="0"/>
              <a:t>Essential Remote Work Skills</a:t>
            </a:r>
          </a:p>
        </p:txBody>
      </p:sp>
      <p:sp>
        <p:nvSpPr>
          <p:cNvPr id="7" name="TextBox 6">
            <a:extLst>
              <a:ext uri="{FF2B5EF4-FFF2-40B4-BE49-F238E27FC236}">
                <a16:creationId xmlns:a16="http://schemas.microsoft.com/office/drawing/2014/main" id="{354B5443-07EE-4278-824A-70D89143B434}"/>
              </a:ext>
            </a:extLst>
          </p:cNvPr>
          <p:cNvSpPr txBox="1"/>
          <p:nvPr/>
        </p:nvSpPr>
        <p:spPr>
          <a:xfrm>
            <a:off x="1059061" y="1428480"/>
            <a:ext cx="4575572" cy="1446550"/>
          </a:xfrm>
          <a:prstGeom prst="rect">
            <a:avLst/>
          </a:prstGeom>
          <a:noFill/>
        </p:spPr>
        <p:txBody>
          <a:bodyPr wrap="square">
            <a:spAutoFit/>
          </a:bodyPr>
          <a:lstStyle/>
          <a:p>
            <a:pPr>
              <a:defRPr sz="2200"/>
            </a:pPr>
            <a:r>
              <a:rPr lang="en-US" dirty="0"/>
              <a:t>Communication skills</a:t>
            </a:r>
          </a:p>
          <a:p>
            <a:pPr>
              <a:defRPr sz="2200"/>
            </a:pPr>
            <a:r>
              <a:rPr lang="en-US" dirty="0"/>
              <a:t>Digital literacy</a:t>
            </a:r>
          </a:p>
          <a:p>
            <a:pPr>
              <a:defRPr sz="2200"/>
            </a:pPr>
            <a:r>
              <a:rPr lang="en-US" dirty="0"/>
              <a:t>Time management</a:t>
            </a:r>
          </a:p>
          <a:p>
            <a:pPr>
              <a:defRPr sz="2200"/>
            </a:pPr>
            <a:r>
              <a:rPr lang="en-US" dirty="0"/>
              <a:t>Self-discipline and problem solving</a:t>
            </a:r>
          </a:p>
        </p:txBody>
      </p:sp>
    </p:spTree>
    <p:extLst>
      <p:ext uri="{BB962C8B-B14F-4D97-AF65-F5344CB8AC3E}">
        <p14:creationId xmlns:p14="http://schemas.microsoft.com/office/powerpoint/2010/main" val="1074018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Rectangle 476"/>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2800" b="0" u="none" strike="noStrike" dirty="0">
              <a:solidFill>
                <a:srgbClr val="000000"/>
              </a:solidFill>
              <a:effectLst/>
              <a:uFillTx/>
              <a:latin typeface="OpenSymbol"/>
            </a:endParaRPr>
          </a:p>
        </p:txBody>
      </p:sp>
      <p:sp>
        <p:nvSpPr>
          <p:cNvPr id="478" name="Rectangle 477"/>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200" b="0" u="none" strike="noStrike" dirty="0">
                <a:solidFill>
                  <a:schemeClr val="dk2"/>
                </a:solidFill>
                <a:effectLst/>
                <a:uFillTx/>
                <a:latin typeface="Barlow Semi Condensed"/>
              </a:rPr>
              <a:t>.</a:t>
            </a:r>
            <a:endParaRPr lang="en-US" sz="1200" b="0" u="none" strike="noStrike" dirty="0">
              <a:solidFill>
                <a:srgbClr val="000000"/>
              </a:solidFill>
              <a:effectLst/>
              <a:uFillTx/>
              <a:latin typeface="OpenSymbol"/>
            </a:endParaRPr>
          </a:p>
        </p:txBody>
      </p:sp>
      <p:sp>
        <p:nvSpPr>
          <p:cNvPr id="5" name="TextBox 4">
            <a:extLst>
              <a:ext uri="{FF2B5EF4-FFF2-40B4-BE49-F238E27FC236}">
                <a16:creationId xmlns:a16="http://schemas.microsoft.com/office/drawing/2014/main" id="{3A2DF4BB-0224-4818-B8FF-F590041D4764}"/>
              </a:ext>
            </a:extLst>
          </p:cNvPr>
          <p:cNvSpPr txBox="1"/>
          <p:nvPr/>
        </p:nvSpPr>
        <p:spPr>
          <a:xfrm>
            <a:off x="966192" y="721675"/>
            <a:ext cx="5091707" cy="430887"/>
          </a:xfrm>
          <a:prstGeom prst="rect">
            <a:avLst/>
          </a:prstGeom>
          <a:noFill/>
        </p:spPr>
        <p:txBody>
          <a:bodyPr wrap="square">
            <a:spAutoFit/>
          </a:bodyPr>
          <a:lstStyle/>
          <a:p>
            <a:r>
              <a:rPr lang="en-US" sz="2200" dirty="0"/>
              <a:t>Remote Work Technologies</a:t>
            </a:r>
          </a:p>
        </p:txBody>
      </p:sp>
      <p:sp>
        <p:nvSpPr>
          <p:cNvPr id="7" name="TextBox 6">
            <a:extLst>
              <a:ext uri="{FF2B5EF4-FFF2-40B4-BE49-F238E27FC236}">
                <a16:creationId xmlns:a16="http://schemas.microsoft.com/office/drawing/2014/main" id="{354B5443-07EE-4278-824A-70D89143B434}"/>
              </a:ext>
            </a:extLst>
          </p:cNvPr>
          <p:cNvSpPr txBox="1"/>
          <p:nvPr/>
        </p:nvSpPr>
        <p:spPr>
          <a:xfrm>
            <a:off x="1059061" y="1428480"/>
            <a:ext cx="4575572" cy="1446550"/>
          </a:xfrm>
          <a:prstGeom prst="rect">
            <a:avLst/>
          </a:prstGeom>
          <a:noFill/>
        </p:spPr>
        <p:txBody>
          <a:bodyPr wrap="square">
            <a:spAutoFit/>
          </a:bodyPr>
          <a:lstStyle/>
          <a:p>
            <a:pPr>
              <a:defRPr sz="2200"/>
            </a:pPr>
            <a:r>
              <a:rPr lang="en-US" dirty="0"/>
              <a:t>Zoom and Microsoft Teams</a:t>
            </a:r>
          </a:p>
          <a:p>
            <a:pPr>
              <a:defRPr sz="2200"/>
            </a:pPr>
            <a:r>
              <a:rPr lang="en-US" dirty="0"/>
              <a:t>Slack for communication</a:t>
            </a:r>
          </a:p>
          <a:p>
            <a:pPr>
              <a:defRPr sz="2200"/>
            </a:pPr>
            <a:r>
              <a:rPr lang="en-US" dirty="0"/>
              <a:t>Google Workspace and Trello</a:t>
            </a:r>
          </a:p>
          <a:p>
            <a:pPr>
              <a:defRPr sz="2200"/>
            </a:pPr>
            <a:r>
              <a:rPr lang="en-US" dirty="0"/>
              <a:t>Cloud collaboration tools</a:t>
            </a:r>
          </a:p>
        </p:txBody>
      </p:sp>
    </p:spTree>
    <p:extLst>
      <p:ext uri="{BB962C8B-B14F-4D97-AF65-F5344CB8AC3E}">
        <p14:creationId xmlns:p14="http://schemas.microsoft.com/office/powerpoint/2010/main" val="2983389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Rectangle 476"/>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2800" b="0" u="none" strike="noStrike" dirty="0">
              <a:solidFill>
                <a:srgbClr val="000000"/>
              </a:solidFill>
              <a:effectLst/>
              <a:uFillTx/>
              <a:latin typeface="OpenSymbol"/>
            </a:endParaRPr>
          </a:p>
        </p:txBody>
      </p:sp>
      <p:sp>
        <p:nvSpPr>
          <p:cNvPr id="478" name="Rectangle 477"/>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200" b="0" u="none" strike="noStrike" dirty="0">
                <a:solidFill>
                  <a:schemeClr val="dk2"/>
                </a:solidFill>
                <a:effectLst/>
                <a:uFillTx/>
                <a:latin typeface="Barlow Semi Condensed"/>
              </a:rPr>
              <a:t>.</a:t>
            </a:r>
            <a:endParaRPr lang="en-US" sz="1200" b="0" u="none" strike="noStrike" dirty="0">
              <a:solidFill>
                <a:srgbClr val="000000"/>
              </a:solidFill>
              <a:effectLst/>
              <a:uFillTx/>
              <a:latin typeface="OpenSymbol"/>
            </a:endParaRPr>
          </a:p>
        </p:txBody>
      </p:sp>
      <p:sp>
        <p:nvSpPr>
          <p:cNvPr id="5" name="TextBox 4">
            <a:extLst>
              <a:ext uri="{FF2B5EF4-FFF2-40B4-BE49-F238E27FC236}">
                <a16:creationId xmlns:a16="http://schemas.microsoft.com/office/drawing/2014/main" id="{3A2DF4BB-0224-4818-B8FF-F590041D4764}"/>
              </a:ext>
            </a:extLst>
          </p:cNvPr>
          <p:cNvSpPr txBox="1"/>
          <p:nvPr/>
        </p:nvSpPr>
        <p:spPr>
          <a:xfrm>
            <a:off x="966192" y="721675"/>
            <a:ext cx="5091707" cy="430887"/>
          </a:xfrm>
          <a:prstGeom prst="rect">
            <a:avLst/>
          </a:prstGeom>
          <a:noFill/>
        </p:spPr>
        <p:txBody>
          <a:bodyPr wrap="square">
            <a:spAutoFit/>
          </a:bodyPr>
          <a:lstStyle/>
          <a:p>
            <a:r>
              <a:rPr lang="en-US" sz="2200" dirty="0"/>
              <a:t>Ethical Considerations</a:t>
            </a:r>
          </a:p>
        </p:txBody>
      </p:sp>
      <p:sp>
        <p:nvSpPr>
          <p:cNvPr id="7" name="TextBox 6">
            <a:extLst>
              <a:ext uri="{FF2B5EF4-FFF2-40B4-BE49-F238E27FC236}">
                <a16:creationId xmlns:a16="http://schemas.microsoft.com/office/drawing/2014/main" id="{354B5443-07EE-4278-824A-70D89143B434}"/>
              </a:ext>
            </a:extLst>
          </p:cNvPr>
          <p:cNvSpPr txBox="1"/>
          <p:nvPr/>
        </p:nvSpPr>
        <p:spPr>
          <a:xfrm>
            <a:off x="1059061" y="1428480"/>
            <a:ext cx="4575572" cy="1446550"/>
          </a:xfrm>
          <a:prstGeom prst="rect">
            <a:avLst/>
          </a:prstGeom>
          <a:noFill/>
        </p:spPr>
        <p:txBody>
          <a:bodyPr wrap="square">
            <a:spAutoFit/>
          </a:bodyPr>
          <a:lstStyle/>
          <a:p>
            <a:pPr>
              <a:defRPr sz="2200"/>
            </a:pPr>
            <a:r>
              <a:rPr lang="en-US" dirty="0"/>
              <a:t>Avoid plagiarism</a:t>
            </a:r>
          </a:p>
          <a:p>
            <a:pPr>
              <a:defRPr sz="2200"/>
            </a:pPr>
            <a:r>
              <a:rPr lang="en-US" dirty="0"/>
              <a:t>Verify AI-generated information</a:t>
            </a:r>
          </a:p>
          <a:p>
            <a:pPr>
              <a:defRPr sz="2200"/>
            </a:pPr>
            <a:r>
              <a:rPr lang="en-US" dirty="0"/>
              <a:t>Protect privacy and data</a:t>
            </a:r>
          </a:p>
          <a:p>
            <a:pPr>
              <a:defRPr sz="2200"/>
            </a:pPr>
            <a:r>
              <a:rPr lang="en-US" dirty="0"/>
              <a:t>Responsible AI usage</a:t>
            </a:r>
          </a:p>
        </p:txBody>
      </p:sp>
    </p:spTree>
    <p:extLst>
      <p:ext uri="{BB962C8B-B14F-4D97-AF65-F5344CB8AC3E}">
        <p14:creationId xmlns:p14="http://schemas.microsoft.com/office/powerpoint/2010/main" val="3209654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Rectangle 476"/>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2800" b="0" u="none" strike="noStrike" dirty="0">
              <a:solidFill>
                <a:srgbClr val="000000"/>
              </a:solidFill>
              <a:effectLst/>
              <a:uFillTx/>
              <a:latin typeface="OpenSymbol"/>
            </a:endParaRPr>
          </a:p>
        </p:txBody>
      </p:sp>
      <p:sp>
        <p:nvSpPr>
          <p:cNvPr id="478" name="Rectangle 477"/>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200" b="0" u="none" strike="noStrike" dirty="0">
                <a:solidFill>
                  <a:schemeClr val="dk2"/>
                </a:solidFill>
                <a:effectLst/>
                <a:uFillTx/>
                <a:latin typeface="Barlow Semi Condensed"/>
              </a:rPr>
              <a:t>.</a:t>
            </a:r>
            <a:endParaRPr lang="en-US" sz="1200" b="0" u="none" strike="noStrike" dirty="0">
              <a:solidFill>
                <a:srgbClr val="000000"/>
              </a:solidFill>
              <a:effectLst/>
              <a:uFillTx/>
              <a:latin typeface="OpenSymbol"/>
            </a:endParaRPr>
          </a:p>
        </p:txBody>
      </p:sp>
      <p:sp>
        <p:nvSpPr>
          <p:cNvPr id="5" name="TextBox 4">
            <a:extLst>
              <a:ext uri="{FF2B5EF4-FFF2-40B4-BE49-F238E27FC236}">
                <a16:creationId xmlns:a16="http://schemas.microsoft.com/office/drawing/2014/main" id="{3A2DF4BB-0224-4818-B8FF-F590041D4764}"/>
              </a:ext>
            </a:extLst>
          </p:cNvPr>
          <p:cNvSpPr txBox="1"/>
          <p:nvPr/>
        </p:nvSpPr>
        <p:spPr>
          <a:xfrm>
            <a:off x="966192" y="721675"/>
            <a:ext cx="5091707" cy="430887"/>
          </a:xfrm>
          <a:prstGeom prst="rect">
            <a:avLst/>
          </a:prstGeom>
          <a:noFill/>
        </p:spPr>
        <p:txBody>
          <a:bodyPr wrap="square">
            <a:spAutoFit/>
          </a:bodyPr>
          <a:lstStyle/>
          <a:p>
            <a:r>
              <a:rPr lang="en-US" sz="2200" dirty="0"/>
              <a:t>Future of Remote Work</a:t>
            </a:r>
          </a:p>
        </p:txBody>
      </p:sp>
      <p:sp>
        <p:nvSpPr>
          <p:cNvPr id="7" name="TextBox 6">
            <a:extLst>
              <a:ext uri="{FF2B5EF4-FFF2-40B4-BE49-F238E27FC236}">
                <a16:creationId xmlns:a16="http://schemas.microsoft.com/office/drawing/2014/main" id="{354B5443-07EE-4278-824A-70D89143B434}"/>
              </a:ext>
            </a:extLst>
          </p:cNvPr>
          <p:cNvSpPr txBox="1"/>
          <p:nvPr/>
        </p:nvSpPr>
        <p:spPr>
          <a:xfrm>
            <a:off x="1059061" y="1428480"/>
            <a:ext cx="4575572" cy="1446550"/>
          </a:xfrm>
          <a:prstGeom prst="rect">
            <a:avLst/>
          </a:prstGeom>
          <a:noFill/>
        </p:spPr>
        <p:txBody>
          <a:bodyPr wrap="square">
            <a:spAutoFit/>
          </a:bodyPr>
          <a:lstStyle/>
          <a:p>
            <a:pPr>
              <a:defRPr sz="2200"/>
            </a:pPr>
            <a:r>
              <a:rPr lang="en-US" dirty="0"/>
              <a:t>Hybrid work expansion</a:t>
            </a:r>
          </a:p>
          <a:p>
            <a:pPr>
              <a:defRPr sz="2200"/>
            </a:pPr>
            <a:r>
              <a:rPr lang="en-US" dirty="0"/>
              <a:t>AI-powered workplaces</a:t>
            </a:r>
          </a:p>
          <a:p>
            <a:pPr>
              <a:defRPr sz="2200"/>
            </a:pPr>
            <a:r>
              <a:rPr lang="en-US" dirty="0"/>
              <a:t>Distributed global teams</a:t>
            </a:r>
          </a:p>
          <a:p>
            <a:pPr>
              <a:defRPr sz="2200"/>
            </a:pPr>
            <a:r>
              <a:rPr lang="en-US" dirty="0"/>
              <a:t>Digital entrepreneurship growth</a:t>
            </a:r>
          </a:p>
        </p:txBody>
      </p:sp>
    </p:spTree>
    <p:extLst>
      <p:ext uri="{BB962C8B-B14F-4D97-AF65-F5344CB8AC3E}">
        <p14:creationId xmlns:p14="http://schemas.microsoft.com/office/powerpoint/2010/main" val="1100208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p:cNvSpPr>
          <p:nvPr>
            <p:ph type="title"/>
          </p:nvPr>
        </p:nvSpPr>
        <p:spPr>
          <a:xfrm>
            <a:off x="885825" y="1295775"/>
            <a:ext cx="3516671"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800" b="0" u="none" strike="noStrike" dirty="0">
                <a:solidFill>
                  <a:schemeClr val="dk2"/>
                </a:solidFill>
                <a:effectLst/>
                <a:uFillTx/>
                <a:latin typeface="Fjalla One"/>
                <a:ea typeface="Fjalla One"/>
              </a:rPr>
              <a:t>References</a:t>
            </a:r>
            <a:endParaRPr lang="fr-FR" sz="2800" b="0" u="none" strike="noStrike" dirty="0">
              <a:solidFill>
                <a:schemeClr val="dk1"/>
              </a:solidFill>
              <a:effectLst/>
              <a:uFillTx/>
              <a:latin typeface="Arial"/>
            </a:endParaRPr>
          </a:p>
        </p:txBody>
      </p:sp>
      <p:sp>
        <p:nvSpPr>
          <p:cNvPr id="494" name="PlaceHolder 2"/>
          <p:cNvSpPr>
            <a:spLocks noGrp="1"/>
          </p:cNvSpPr>
          <p:nvPr>
            <p:ph type="subTitle"/>
          </p:nvPr>
        </p:nvSpPr>
        <p:spPr>
          <a:xfrm>
            <a:off x="1626176" y="1633634"/>
            <a:ext cx="5552640" cy="2138265"/>
          </a:xfrm>
          <a:prstGeom prst="rect">
            <a:avLst/>
          </a:prstGeom>
          <a:noFill/>
          <a:ln w="0">
            <a:noFill/>
          </a:ln>
        </p:spPr>
        <p:txBody>
          <a:bodyPr lIns="91440" tIns="91440" rIns="91440" bIns="91440" anchor="t">
            <a:normAutofit/>
          </a:bodyPr>
          <a:lstStyle/>
          <a:p>
            <a:endParaRPr lang="en-US" sz="800" b="1" dirty="0"/>
          </a:p>
          <a:p>
            <a:pPr>
              <a:buFont typeface="Arial" panose="020B0604020202020204" pitchFamily="34" charset="0"/>
              <a:buChar char="•"/>
            </a:pPr>
            <a:r>
              <a:rPr lang="en-US" sz="2000" dirty="0">
                <a:hlinkClick r:id="rId2"/>
              </a:rPr>
              <a:t>International Labour Organization (ILO)</a:t>
            </a:r>
            <a:r>
              <a:rPr lang="en-US" sz="2000" dirty="0"/>
              <a:t> </a:t>
            </a:r>
          </a:p>
          <a:p>
            <a:pPr>
              <a:buFont typeface="Arial" panose="020B0604020202020204" pitchFamily="34" charset="0"/>
              <a:buChar char="•"/>
            </a:pPr>
            <a:r>
              <a:rPr lang="en-US" sz="2000" dirty="0">
                <a:hlinkClick r:id="rId3"/>
              </a:rPr>
              <a:t>World Economic Forum (WEF)</a:t>
            </a:r>
            <a:r>
              <a:rPr lang="en-US" sz="2000" dirty="0"/>
              <a:t> </a:t>
            </a:r>
          </a:p>
          <a:p>
            <a:pPr>
              <a:buFont typeface="Arial" panose="020B0604020202020204" pitchFamily="34" charset="0"/>
              <a:buChar char="•"/>
            </a:pPr>
            <a:r>
              <a:rPr lang="en-US" sz="2000" dirty="0">
                <a:hlinkClick r:id="rId4"/>
              </a:rPr>
              <a:t>Harvard Business Review (HBR)</a:t>
            </a:r>
            <a:r>
              <a:rPr lang="en-US" sz="2000" dirty="0"/>
              <a:t> </a:t>
            </a:r>
          </a:p>
          <a:p>
            <a:pPr>
              <a:buFont typeface="Arial" panose="020B0604020202020204" pitchFamily="34" charset="0"/>
              <a:buChar char="•"/>
            </a:pPr>
            <a:r>
              <a:rPr lang="en-US" sz="2000" dirty="0">
                <a:hlinkClick r:id="rId5"/>
              </a:rPr>
              <a:t>McKinsey &amp; Company</a:t>
            </a:r>
            <a:r>
              <a:rPr lang="en-US" sz="2000" dirty="0"/>
              <a:t> </a:t>
            </a:r>
          </a:p>
          <a:p>
            <a:pPr>
              <a:buFont typeface="Arial" panose="020B0604020202020204" pitchFamily="34" charset="0"/>
              <a:buChar char="•"/>
            </a:pPr>
            <a:r>
              <a:rPr lang="en-US" sz="2000" dirty="0">
                <a:hlinkClick r:id="rId6"/>
              </a:rPr>
              <a:t>Gartner Research</a:t>
            </a:r>
            <a:endParaRPr lang="en-US" sz="2000" dirty="0"/>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1536</TotalTime>
  <Words>285</Words>
  <Application>Microsoft Office PowerPoint</Application>
  <PresentationFormat>On-screen Show (16:9)</PresentationFormat>
  <Paragraphs>85</Paragraphs>
  <Slides>16</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16</vt:i4>
      </vt:variant>
    </vt:vector>
  </HeadingPairs>
  <TitlesOfParts>
    <vt:vector size="27" baseType="lpstr">
      <vt:lpstr>Arial</vt:lpstr>
      <vt:lpstr>Barlow Semi Condensed</vt:lpstr>
      <vt:lpstr>Barlow Semi Condensed Medium</vt:lpstr>
      <vt:lpstr>Calibri</vt:lpstr>
      <vt:lpstr>Fjalla One</vt:lpstr>
      <vt:lpstr>OpenSymbol</vt:lpstr>
      <vt:lpstr>Symbol</vt:lpstr>
      <vt:lpstr>Wingdings</vt:lpstr>
      <vt:lpstr>Technology Consulting by Slidesgo</vt:lpstr>
      <vt:lpstr>Technology Consulting by Slidesgo</vt:lpstr>
      <vt:lpstr>Technology Consulting by Slidesgo</vt:lpstr>
      <vt:lpstr>Remote Work</vt:lpstr>
      <vt:lpstr>Introduction</vt:lpstr>
      <vt:lpstr>PowerPoint Presentation</vt:lpstr>
      <vt:lpstr>PowerPoint Presentation</vt:lpstr>
      <vt:lpstr> International Labour Organization (ILO): “Remote work is a work arrangement in which employees  perform their duties outside the employer’s premises  using digital technologies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Work</dc:title>
  <cp:lastModifiedBy>ENG .</cp:lastModifiedBy>
  <cp:revision>12</cp:revision>
  <dcterms:modified xsi:type="dcterms:W3CDTF">2026-05-09T18:17:09Z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2026-05-08T15:17:52Z</dcterms:created>
  <dc:creator>Unknown Creator</dc:creator>
  <dc:description/>
  <dc:language>en-US</dc:language>
  <cp:lastModifiedBy>Unknown Creator</cp:lastModifiedBy>
  <dcterms:modified xsi:type="dcterms:W3CDTF">2026-05-08T15:17:52Z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