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20"/>
  </p:notesMasterIdLst>
  <p:sldIdLst>
    <p:sldId id="256" r:id="rId4"/>
    <p:sldId id="257" r:id="rId5"/>
    <p:sldId id="274" r:id="rId6"/>
    <p:sldId id="261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3" r:id="rId15"/>
    <p:sldId id="286" r:id="rId16"/>
    <p:sldId id="284" r:id="rId17"/>
    <p:sldId id="285" r:id="rId18"/>
    <p:sldId id="287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5FD6C-1DFB-409E-8DD7-406C4D5D873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0CE4D-198F-43D3-BA73-5A0DCBEAE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0CE4D-198F-43D3-BA73-5A0DCBEAE0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5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9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0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1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4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1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6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1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68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1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2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3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5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2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7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8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2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6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11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12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13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114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8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119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25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26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27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28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35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9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40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45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8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49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53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7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58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9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60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6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67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1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72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76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77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78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4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85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9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90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4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95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99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2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203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207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210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211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212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220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572000" y="1847880"/>
            <a:ext cx="418212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dirty="0">
                <a:solidFill>
                  <a:schemeClr val="dk2"/>
                </a:solidFill>
                <a:latin typeface="Fjalla One"/>
              </a:rPr>
              <a:t>Digital Platforms Overview</a:t>
            </a:r>
            <a:endParaRPr lang="fr-FR" sz="4000" dirty="0">
              <a:solidFill>
                <a:schemeClr val="dk2"/>
              </a:solidFill>
              <a:latin typeface="Fjalla One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5790960" y="3550759"/>
            <a:ext cx="2342925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Dr.Esraa Ferwana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84068" y="867150"/>
            <a:ext cx="4435774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Why Digital Platforms Matter</a:t>
            </a:r>
            <a:br>
              <a:rPr lang="en-US" sz="2200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</a:br>
            <a:endParaRPr lang="fr-FR" sz="2200" b="0" u="none" strike="noStrike" dirty="0">
              <a:solidFill>
                <a:schemeClr val="accent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24285" y="1438470"/>
            <a:ext cx="6676690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endParaRPr lang="en-US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Help students develop practical skills.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Support real projects and portfolios.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Connect learning with career opportunities.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Prepare students for remote work.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84068" y="867150"/>
            <a:ext cx="4435774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  <a:t>Platform Selection Logic</a:t>
            </a:r>
            <a:b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</a:br>
            <a:b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</a:br>
            <a:endParaRPr lang="fr-FR" sz="2200" b="1" dirty="0">
              <a:solidFill>
                <a:schemeClr val="accent1">
                  <a:lumMod val="75000"/>
                </a:schemeClr>
              </a:solidFill>
              <a:latin typeface="pplxSerif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24285" y="1438470"/>
            <a:ext cx="6676690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endParaRPr lang="en-US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platforms for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platforms for coding practice.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platforms for sharing 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platforms for networking.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platforms for freelancing later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79341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4DCC29-E551-4370-B720-3D0B5BD4D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46" y="900487"/>
            <a:ext cx="7715610" cy="3342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376900" y="1152810"/>
            <a:ext cx="2387732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Kaggle</a:t>
            </a:r>
            <a:endParaRPr lang="fr-FR" sz="2200" b="1" dirty="0">
              <a:solidFill>
                <a:schemeClr val="accent1">
                  <a:lumMod val="75000"/>
                </a:schemeClr>
              </a:solidFill>
              <a:latin typeface="pplxSerif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83636" y="1374177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endParaRPr lang="en-US" sz="2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Learn Python, data visualization, machine learning, and AI.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Work on datasets and competitions.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Build practical data science projects.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Learn from the global AI community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67716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812669" y="1421787"/>
            <a:ext cx="2387732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How to Use Kaggle</a:t>
            </a: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812669" y="1550285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endParaRPr lang="en-US" sz="2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Start with beginner courses.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Practice on small datasets.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Read notebooks from other users.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Publish your own notebook.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Join competitions later.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1843304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6C42FD-E614-4362-9195-53C0E49C1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10" y="1109114"/>
            <a:ext cx="6404979" cy="252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54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33630" y="1707447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Run notebooks directly in the browser.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No local setup required.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Supports Python, ML, and data analysis.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Provides access to GPUs and collaborative work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768048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33630" y="1707447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r>
              <a:rPr lang="en-US" sz="2200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How to Use </a:t>
            </a:r>
            <a:r>
              <a:rPr lang="en-US" sz="22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Colab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Test code quickly.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Train models on cloud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Combine code and explanation in one notebook.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Share notebooks with classmates or clients.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Use it for class assignments and mini-projects.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100393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B830D0-A283-4CD8-A0AD-0CF06BF0B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19" y="1169268"/>
            <a:ext cx="4215428" cy="259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0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33630" y="1707447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Explore models, datasets, and AI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Use it for NLP, vision, and generative AI.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Share and reuse machine learning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Learn from an active AI community.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3927585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33630" y="1707447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r>
              <a:rPr lang="en-US" sz="2200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 Why Hugging Face Matters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It exposes students to real AI workflows.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It connects theory with deployable models.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It helps students learn modern AI tools.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It supports collaboration and sharing.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628774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1520CB-8AEE-4F85-B427-B4E69DCF4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709" y="1611695"/>
            <a:ext cx="6936581" cy="17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0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33630" y="1707447"/>
            <a:ext cx="6976728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Build a professional identity.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Show your projects and skills.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Connect with recruiters and professionals.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Find internships and remote opportunities.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420972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9129210-F7FC-4070-8DAB-624A22C78CCC}"/>
              </a:ext>
            </a:extLst>
          </p:cNvPr>
          <p:cNvSpPr txBox="1"/>
          <p:nvPr/>
        </p:nvSpPr>
        <p:spPr>
          <a:xfrm>
            <a:off x="2286000" y="184599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Write a strong headline.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Add projects and certificates.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Share technical posts.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Follow AI and data science companies.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Network professionally.</a:t>
            </a:r>
          </a:p>
        </p:txBody>
      </p:sp>
    </p:spTree>
    <p:extLst>
      <p:ext uri="{BB962C8B-B14F-4D97-AF65-F5344CB8AC3E}">
        <p14:creationId xmlns:p14="http://schemas.microsoft.com/office/powerpoint/2010/main" val="255647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52"/>
          <p:cNvSpPr/>
          <p:nvPr/>
        </p:nvSpPr>
        <p:spPr>
          <a:xfrm>
            <a:off x="4910558" y="1169268"/>
            <a:ext cx="409572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defRPr sz="2200"/>
            </a:pPr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D137FE-179B-4997-ABDC-7299C0A8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932" y="881226"/>
            <a:ext cx="1620537" cy="81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99designs vs. fiverr: which is the best choice for graphic design? -  99designs">
            <a:extLst>
              <a:ext uri="{FF2B5EF4-FFF2-40B4-BE49-F238E27FC236}">
                <a16:creationId xmlns:a16="http://schemas.microsoft.com/office/drawing/2014/main" id="{11FB1DFA-58C2-43F9-87F6-C56547EDF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668" y="1270499"/>
            <a:ext cx="1662077" cy="163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New Brand with an Edge | Toptal®">
            <a:extLst>
              <a:ext uri="{FF2B5EF4-FFF2-40B4-BE49-F238E27FC236}">
                <a16:creationId xmlns:a16="http://schemas.microsoft.com/office/drawing/2014/main" id="{693F36C9-607E-428B-9E9A-71EF3BC94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20" y="907494"/>
            <a:ext cx="2661562" cy="139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C5C291-49F4-4C00-A688-3D6367702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363" y="3425544"/>
            <a:ext cx="1775614" cy="548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6643ED-85C0-44E0-B6D0-ADB2DCDF9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7341" y="3501751"/>
            <a:ext cx="937341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70565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6918</TotalTime>
  <Words>309</Words>
  <Application>Microsoft Office PowerPoint</Application>
  <PresentationFormat>On-screen Show (16:9)</PresentationFormat>
  <Paragraphs>57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Barlow Semi Condensed</vt:lpstr>
      <vt:lpstr>Barlow Semi Condensed Medium</vt:lpstr>
      <vt:lpstr>Calibri</vt:lpstr>
      <vt:lpstr>Fjalla One</vt:lpstr>
      <vt:lpstr>OpenSymbol</vt:lpstr>
      <vt:lpstr>pplxSerif</vt:lpstr>
      <vt:lpstr>Symbol</vt:lpstr>
      <vt:lpstr>Wingdings</vt:lpstr>
      <vt:lpstr>Technology Consulting by Slidesgo</vt:lpstr>
      <vt:lpstr>Technology Consulting by Slidesgo</vt:lpstr>
      <vt:lpstr>Technology Consulting by Slidesgo</vt:lpstr>
      <vt:lpstr>Digital Platforms Overview</vt:lpstr>
      <vt:lpstr>Why Digital Platforms Matter </vt:lpstr>
      <vt:lpstr>Platform Selection Logic  </vt:lpstr>
      <vt:lpstr>PowerPoint Presentation</vt:lpstr>
      <vt:lpstr>Kaggle</vt:lpstr>
      <vt:lpstr>How to Use Kaggle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Work</dc:title>
  <cp:lastModifiedBy>ENG .</cp:lastModifiedBy>
  <cp:revision>21</cp:revision>
  <dcterms:modified xsi:type="dcterms:W3CDTF">2026-05-22T18:15:26Z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2026-05-08T15:17:52Z</dcterms:created>
  <dc:creator>Unknown Creator</dc:creator>
  <dc:description/>
  <dc:language>en-US</dc:language>
  <cp:lastModifiedBy>Unknown Creator</cp:lastModifiedBy>
  <dcterms:modified xsi:type="dcterms:W3CDTF">2026-05-08T15:17:52Z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