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notesMasterIdLst>
    <p:notesMasterId r:id="rId18"/>
  </p:notesMasterIdLst>
  <p:sldIdLst>
    <p:sldId id="256" r:id="rId3"/>
    <p:sldId id="257" r:id="rId4"/>
    <p:sldId id="274" r:id="rId5"/>
    <p:sldId id="288" r:id="rId6"/>
    <p:sldId id="291" r:id="rId7"/>
    <p:sldId id="292" r:id="rId8"/>
    <p:sldId id="293" r:id="rId9"/>
    <p:sldId id="302" r:id="rId10"/>
    <p:sldId id="303" r:id="rId11"/>
    <p:sldId id="294" r:id="rId12"/>
    <p:sldId id="297" r:id="rId13"/>
    <p:sldId id="298" r:id="rId14"/>
    <p:sldId id="300" r:id="rId15"/>
    <p:sldId id="301" r:id="rId16"/>
    <p:sldId id="296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5FD6C-1DFB-409E-8DD7-406C4D5D873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0CE4D-198F-43D3-BA73-5A0DCBEAE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4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7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4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5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9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3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9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0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1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2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4" name="Google Shape;920;p19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921;p19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922;p19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923;p19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924;p19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925;p19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0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1" name="Google Shape;927;p19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928;p19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929;p19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930;p19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6" name="Google Shape;932;p19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933;p19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934;p19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935;p19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1" name="Google Shape;937;p19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938;p19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939;p19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940;p19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941;p19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942;p19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68" name="Google Shape;944;p19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945;p19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946;p19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1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2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3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4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5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2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7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8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1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2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6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53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7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58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59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60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6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67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1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72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76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77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78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3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4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85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9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90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4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95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8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99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2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203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6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207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210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211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212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1746;p36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220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160" bIns="74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4393800" y="2120602"/>
            <a:ext cx="4500563" cy="24158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AI for Rewriting &amp;</a:t>
            </a:r>
            <a:br>
              <a:rPr lang="en-US" sz="3200" b="0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US" sz="3200" b="0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Content Enhancement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</a:br>
            <a:endParaRPr lang="fr-FR" sz="4000" dirty="0">
              <a:solidFill>
                <a:schemeClr val="dk2"/>
              </a:solidFill>
              <a:latin typeface="Fjalla One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ubTitle"/>
          </p:nvPr>
        </p:nvSpPr>
        <p:spPr>
          <a:xfrm>
            <a:off x="4990320" y="3539857"/>
            <a:ext cx="2342925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Dr.Esraa Ferwana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17141" y="809819"/>
            <a:ext cx="7262478" cy="28120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Using AI for Content Enhancement</a:t>
            </a:r>
            <a:endParaRPr lang="ar-SA" sz="22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Improve existing text instead of writing from scratch.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Rewrite sentences for better clarity and readability.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Adjust tone to suit different audiences.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Enhance grammar, style, and structure.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Make content more engaging and effective.</a:t>
            </a:r>
          </a:p>
          <a:p>
            <a:br>
              <a:rPr lang="en-US" sz="1050" dirty="0"/>
            </a:br>
            <a:endParaRPr lang="en-US" sz="2200" b="1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br>
              <a:rPr lang="en-US" sz="1050" dirty="0"/>
            </a:br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955543" y="952875"/>
            <a:ext cx="4435774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What can AI do in this area?</a:t>
            </a:r>
            <a:br>
              <a:rPr lang="en-US" sz="2200" b="0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</a:br>
            <a:br>
              <a:rPr lang="en-US" sz="2200" dirty="0">
                <a:solidFill>
                  <a:schemeClr val="accent1">
                    <a:lumMod val="75000"/>
                  </a:schemeClr>
                </a:solidFill>
              </a:rPr>
            </a:br>
            <a:endParaRPr lang="fr-FR" sz="2200" b="1" dirty="0">
              <a:solidFill>
                <a:schemeClr val="accent1">
                  <a:lumMod val="75000"/>
                </a:schemeClr>
              </a:solidFill>
              <a:latin typeface="pplxSerif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24285" y="1438470"/>
            <a:ext cx="6676690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7251E"/>
                </a:solidFill>
                <a:effectLst/>
                <a:latin typeface="pplxSerif"/>
              </a:rPr>
              <a:t>Rewrites text without changing the main meaning.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7251E"/>
                </a:solidFill>
                <a:effectLst/>
                <a:latin typeface="pplxSerif"/>
              </a:rPr>
              <a:t>Simplifies difficult language.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7251E"/>
                </a:solidFill>
                <a:effectLst/>
                <a:latin typeface="pplxSerif"/>
              </a:rPr>
              <a:t>Improves grammar and fluency.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7251E"/>
                </a:solidFill>
                <a:effectLst/>
                <a:latin typeface="pplxSerif"/>
              </a:rPr>
              <a:t>Removes repetition and weak phrasing.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7251E"/>
                </a:solidFill>
                <a:effectLst/>
                <a:latin typeface="pplxSerif"/>
              </a:rPr>
              <a:t>Adapts tone for different audiences.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7251E"/>
                </a:solidFill>
                <a:effectLst/>
                <a:latin typeface="pplxSerif"/>
              </a:rPr>
              <a:t>Summarizes or expands content.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7251E"/>
                </a:solidFill>
                <a:effectLst/>
                <a:latin typeface="pplxSerif"/>
              </a:rPr>
              <a:t>Suggests headings and structure.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79341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81435" y="752669"/>
            <a:ext cx="6676690" cy="33407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Why is this Skill Important for AI Students?</a:t>
            </a:r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br>
              <a:rPr lang="en-US" sz="1050" dirty="0"/>
            </a:b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AI students frequently create and manage different types of professional content, including: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Project descriptions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Technical reports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Professional emails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LinkedIn profiles and bios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GitHub README files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Research summaries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Presentation content</a:t>
            </a:r>
          </a:p>
          <a:p>
            <a:br>
              <a:rPr lang="en-US" sz="800" dirty="0"/>
            </a:br>
            <a:br>
              <a:rPr lang="en-US" sz="1050" dirty="0"/>
            </a:br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394291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24284" y="1438470"/>
            <a:ext cx="6926721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endParaRPr lang="en-US" sz="800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Paraphrasing</a:t>
            </a:r>
            <a:r>
              <a:rPr lang="en-US" sz="2200" b="1" i="0" dirty="0">
                <a:solidFill>
                  <a:srgbClr val="27251E"/>
                </a:solidFill>
                <a:effectLst/>
                <a:latin typeface="pplxSerif"/>
              </a:rPr>
              <a:t>:</a:t>
            </a: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 same meaning, different words.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Rephrasing</a:t>
            </a:r>
            <a:r>
              <a:rPr lang="en-US" sz="2200" b="1" i="0" dirty="0">
                <a:solidFill>
                  <a:srgbClr val="27251E"/>
                </a:solidFill>
                <a:effectLst/>
                <a:latin typeface="pplxSerif"/>
              </a:rPr>
              <a:t>:</a:t>
            </a: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 same idea, different sentence 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Rewriting</a:t>
            </a:r>
            <a:r>
              <a:rPr lang="en-US" sz="2200" b="1" i="0" dirty="0">
                <a:solidFill>
                  <a:srgbClr val="27251E"/>
                </a:solidFill>
                <a:effectLst/>
                <a:latin typeface="pplxSerif"/>
              </a:rPr>
              <a:t>:</a:t>
            </a: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 deeper change in wording, structure, and tone.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Enhancement</a:t>
            </a:r>
            <a:r>
              <a:rPr lang="en-US" sz="2200" b="1" i="0" dirty="0">
                <a:solidFill>
                  <a:srgbClr val="27251E"/>
                </a:solidFill>
                <a:effectLst/>
                <a:latin typeface="pplxSerif"/>
              </a:rPr>
              <a:t>:</a:t>
            </a: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 improving final quality, clarity, and impact.</a:t>
            </a:r>
          </a:p>
          <a:p>
            <a:pPr algn="l"/>
            <a:endParaRPr lang="en-US" sz="22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69718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08639" y="1667121"/>
            <a:ext cx="6926721" cy="18092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make this paragraph more formal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simplify this explanation for beginners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shorten this email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improve clarity without changing meaning</a:t>
            </a:r>
          </a:p>
          <a:p>
            <a:pPr algn="l"/>
            <a:endParaRPr lang="en-US" sz="15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6E54F-BE3E-4819-B474-E25BE45BCA96}"/>
              </a:ext>
            </a:extLst>
          </p:cNvPr>
          <p:cNvSpPr txBox="1"/>
          <p:nvPr/>
        </p:nvSpPr>
        <p:spPr>
          <a:xfrm>
            <a:off x="1250155" y="118139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pplxSerif"/>
              </a:rPr>
              <a:t>How to Use AI Responsibly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54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24284" y="1438470"/>
            <a:ext cx="6926721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Start with your own draft or original idea.</a:t>
            </a:r>
          </a:p>
          <a:p>
            <a:pPr algn="l">
              <a:buFont typeface="+mj-lt"/>
              <a:buAutoNum type="arabicPeriod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Tell the AI the exact goal: simplify, formalize, shorten, expand, or improve flow.</a:t>
            </a:r>
          </a:p>
          <a:p>
            <a:pPr algn="l">
              <a:buFont typeface="+mj-lt"/>
              <a:buAutoNum type="arabicPeriod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Review the result critically.</a:t>
            </a:r>
          </a:p>
          <a:p>
            <a:pPr algn="l">
              <a:buFont typeface="+mj-lt"/>
              <a:buAutoNum type="arabicPeriod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Compare original and revised versions.</a:t>
            </a:r>
          </a:p>
          <a:p>
            <a:pPr algn="l">
              <a:buFont typeface="+mj-lt"/>
              <a:buAutoNum type="arabicPeriod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Keep your meaning and technical accuracy.</a:t>
            </a:r>
          </a:p>
          <a:p>
            <a:pPr algn="l">
              <a:buFont typeface="+mj-lt"/>
              <a:buAutoNum type="arabicPeriod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Edit manually before final submission.</a:t>
            </a:r>
          </a:p>
          <a:p>
            <a:pPr algn="l"/>
            <a:endParaRPr lang="en-US" sz="15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6A291-13BC-4F11-95EF-E43649617094}"/>
              </a:ext>
            </a:extLst>
          </p:cNvPr>
          <p:cNvSpPr txBox="1"/>
          <p:nvPr/>
        </p:nvSpPr>
        <p:spPr>
          <a:xfrm>
            <a:off x="1450182" y="86707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How to use AI responsibly</a:t>
            </a: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787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045703" y="859826"/>
            <a:ext cx="6926721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b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</a:b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When AI Helps Most</a:t>
            </a:r>
            <a:r>
              <a:rPr lang="ar-SA" sz="2200" dirty="0">
                <a:solidFill>
                  <a:schemeClr val="accent1">
                    <a:lumMod val="75000"/>
                  </a:schemeClr>
                </a:solidFill>
                <a:latin typeface="pplxSerif"/>
              </a:rPr>
              <a:t> </a:t>
            </a: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Content:</a:t>
            </a:r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Editing a weak draft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Improving readability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Changing tone for a target audience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Rewriting technical ideas more clearly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Summarizing long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Polishing presentations and reports</a:t>
            </a:r>
          </a:p>
          <a:p>
            <a:pPr algn="l"/>
            <a:endParaRPr lang="en-US" sz="15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3144947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045703" y="859826"/>
            <a:ext cx="6926721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b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</a:b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When Students Should Be Careful</a:t>
            </a:r>
            <a:r>
              <a:rPr lang="ar-SA" sz="2200" dirty="0">
                <a:solidFill>
                  <a:schemeClr val="accent1">
                    <a:lumMod val="75000"/>
                  </a:schemeClr>
                </a:solidFill>
                <a:latin typeface="pplxSerif"/>
              </a:rPr>
              <a:t> </a:t>
            </a: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Content:</a:t>
            </a:r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When the source meaning is complex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When references must be exact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When writing about technical results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When institutional AI rules are unclear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When the tool changes the meaning too much</a:t>
            </a:r>
          </a:p>
          <a:p>
            <a:pPr algn="l"/>
            <a:endParaRPr lang="en-US" sz="15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315219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08639" y="959838"/>
            <a:ext cx="6926721" cy="24262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br>
              <a:rPr lang="en-US" sz="2200" b="1" i="0" dirty="0">
                <a:solidFill>
                  <a:srgbClr val="27251E"/>
                </a:solidFill>
                <a:effectLst/>
                <a:latin typeface="pplxSerif"/>
              </a:rPr>
            </a:b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Useful AI Tools</a:t>
            </a:r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Grammarly – grammar, tone, and style improvement.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 err="1">
                <a:solidFill>
                  <a:srgbClr val="27251E"/>
                </a:solidFill>
                <a:effectLst/>
                <a:latin typeface="pplxSerif"/>
              </a:rPr>
              <a:t>QuillBot</a:t>
            </a: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 – paraphrasing and rewriting support.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 err="1">
                <a:solidFill>
                  <a:srgbClr val="27251E"/>
                </a:solidFill>
                <a:effectLst/>
                <a:latin typeface="pplxSerif"/>
              </a:rPr>
              <a:t>DeepL</a:t>
            </a: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 Write – clarity, phrasing, and tone refinement.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 err="1">
                <a:solidFill>
                  <a:srgbClr val="27251E"/>
                </a:solidFill>
                <a:effectLst/>
                <a:latin typeface="pplxSerif"/>
              </a:rPr>
              <a:t>ChatGPT</a:t>
            </a: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 – rewriting, summarizing, and explanation support.</a:t>
            </a:r>
          </a:p>
          <a:p>
            <a:pPr algn="l"/>
            <a:endParaRPr lang="en-US" sz="15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377457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7B7B31-FBDA-4BC6-A998-EF423F416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12" y="506703"/>
            <a:ext cx="7124512" cy="390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0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6B6411-3C43-433B-AA1A-DB5CDF0B5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81" y="1005657"/>
            <a:ext cx="7333687" cy="301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2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F5CDC0-885A-4C51-A5F4-EB326DE67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12" y="898771"/>
            <a:ext cx="7245331" cy="319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72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3EE31-C706-47FF-8187-C2BE9AF74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82" y="921917"/>
            <a:ext cx="6822245" cy="307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58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2"/>
          <p:cNvSpPr>
            <a:spLocks noGrp="1"/>
          </p:cNvSpPr>
          <p:nvPr>
            <p:ph type="subTitle"/>
          </p:nvPr>
        </p:nvSpPr>
        <p:spPr>
          <a:xfrm>
            <a:off x="1108639" y="1002701"/>
            <a:ext cx="6926721" cy="17119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/>
            <a:b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</a:br>
            <a:r>
              <a:rPr lang="en-US" sz="2200" b="1" i="0" dirty="0">
                <a:solidFill>
                  <a:schemeClr val="accent1">
                    <a:lumMod val="75000"/>
                  </a:schemeClr>
                </a:solidFill>
                <a:effectLst/>
                <a:latin typeface="pplxSerif"/>
              </a:rPr>
              <a:t>Risks and Ethical Use</a:t>
            </a:r>
            <a:endParaRPr lang="en-US" sz="2200" b="0" i="0" dirty="0">
              <a:solidFill>
                <a:schemeClr val="accent1">
                  <a:lumMod val="75000"/>
                </a:schemeClr>
              </a:solidFill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AI may produce vague or inaccurate 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Overreliance on AI can weaken critical thinking.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Always verify facts and technical meaning.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251E"/>
                </a:solidFill>
                <a:effectLst/>
                <a:latin typeface="pplxSerif"/>
              </a:rPr>
              <a:t>Avoid plagiarism and follow academic integrity rules</a:t>
            </a:r>
          </a:p>
          <a:p>
            <a:br>
              <a:rPr lang="en-US" sz="800" dirty="0"/>
            </a:br>
            <a:endParaRPr lang="en-US" sz="1500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43246593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11445</TotalTime>
  <Words>424</Words>
  <Application>Microsoft Office PowerPoint</Application>
  <PresentationFormat>On-screen Show (16:9)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Bahnschrift</vt:lpstr>
      <vt:lpstr>Barlow Semi Condensed</vt:lpstr>
      <vt:lpstr>Barlow Semi Condensed Medium</vt:lpstr>
      <vt:lpstr>Calibri</vt:lpstr>
      <vt:lpstr>Cambria</vt:lpstr>
      <vt:lpstr>Fjalla One</vt:lpstr>
      <vt:lpstr>OpenSymbol</vt:lpstr>
      <vt:lpstr>pplxSerif</vt:lpstr>
      <vt:lpstr>Symbol</vt:lpstr>
      <vt:lpstr>Wingdings</vt:lpstr>
      <vt:lpstr>Technology Consulting by Slidesgo</vt:lpstr>
      <vt:lpstr>Technology Consulting by Slidesgo</vt:lpstr>
      <vt:lpstr>AI for Rewriting &amp;  Content Enhancement     </vt:lpstr>
      <vt:lpstr>PowerPoint Presentation</vt:lpstr>
      <vt:lpstr>What can AI do in this area?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Work</dc:title>
  <cp:lastModifiedBy>ENG .</cp:lastModifiedBy>
  <cp:revision>36</cp:revision>
  <dcterms:modified xsi:type="dcterms:W3CDTF">2026-06-15T07:12:19Z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2026-05-08T15:17:52Z</dcterms:created>
  <dc:creator>Unknown Creator</dc:creator>
  <dc:description/>
  <dc:language>en-US</dc:language>
  <cp:lastModifiedBy>Unknown Creator</cp:lastModifiedBy>
  <dcterms:modified xsi:type="dcterms:W3CDTF">2026-05-08T15:17:52Z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