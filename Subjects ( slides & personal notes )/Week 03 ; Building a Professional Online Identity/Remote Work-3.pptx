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</p:sldMasterIdLst>
  <p:notesMasterIdLst>
    <p:notesMasterId r:id="rId17"/>
  </p:notesMasterIdLst>
  <p:sldIdLst>
    <p:sldId id="256" r:id="rId4"/>
    <p:sldId id="257" r:id="rId5"/>
    <p:sldId id="288" r:id="rId6"/>
    <p:sldId id="274" r:id="rId7"/>
    <p:sldId id="261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5FD6C-1DFB-409E-8DD7-406C4D5D873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0CE4D-198F-43D3-BA73-5A0DCBEAE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4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stories.freepik.com/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0" y="1850040"/>
            <a:ext cx="4088520" cy="179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" name="Google Shape;10;p2"/>
          <p:cNvCxnSpPr/>
          <p:nvPr/>
        </p:nvCxnSpPr>
        <p:spPr>
          <a:xfrm flipH="1">
            <a:off x="5826960" y="451080"/>
            <a:ext cx="167292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" name="Google Shape;11;p2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5" name="Google Shape;12;p2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" name="Google Shape;13;p2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7" name="Google Shape;14;p2"/>
            <p:cNvSpPr/>
            <p:nvPr/>
          </p:nvSpPr>
          <p:spPr>
            <a:xfrm>
              <a:off x="8068680" y="8928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8064360" y="8877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8141040" y="96516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8136720" y="960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8219880" y="10440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8215200" y="10393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" name="Google Shape;20;p2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14" name="Google Shape;21;p2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" name="Google Shape;25;p2"/>
          <p:cNvSpPr/>
          <p:nvPr/>
        </p:nvSpPr>
        <p:spPr>
          <a:xfrm>
            <a:off x="5690520" y="42588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26;p2"/>
          <p:cNvSpPr/>
          <p:nvPr/>
        </p:nvSpPr>
        <p:spPr>
          <a:xfrm>
            <a:off x="5688360" y="42336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27;p2"/>
          <p:cNvSpPr/>
          <p:nvPr/>
        </p:nvSpPr>
        <p:spPr>
          <a:xfrm>
            <a:off x="5727240" y="46224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28;p2"/>
          <p:cNvSpPr/>
          <p:nvPr/>
        </p:nvSpPr>
        <p:spPr>
          <a:xfrm>
            <a:off x="5724720" y="45972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29;p2"/>
          <p:cNvSpPr/>
          <p:nvPr/>
        </p:nvSpPr>
        <p:spPr>
          <a:xfrm>
            <a:off x="5766480" y="50184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30;p2"/>
          <p:cNvSpPr/>
          <p:nvPr/>
        </p:nvSpPr>
        <p:spPr>
          <a:xfrm>
            <a:off x="5764320" y="49968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4" name="Google Shape;31;p2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25" name="Google Shape;32;p2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" name="Google Shape;35;p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9" name="Google Shape;36;p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" name="Google Shape;39;p2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33" name="Google Shape;40;p2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Google Shape;914;p19"/>
          <p:cNvSpPr/>
          <p:nvPr/>
        </p:nvSpPr>
        <p:spPr>
          <a:xfrm>
            <a:off x="2097360" y="3664080"/>
            <a:ext cx="494532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CREDITS: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This presentation template was created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2"/>
              </a:rPr>
              <a:t>Slidesgo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including icons, infographics &amp; images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3"/>
              </a:rPr>
              <a:t>Freepik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illustrations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4"/>
              </a:rPr>
              <a:t>Stories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9" name="Google Shape;915;p19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0" name="Google Shape;916;p19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1" name="Google Shape;917;p19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2" name="Google Shape;918;p19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3" name="Google Shape;919;p19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4" name="Google Shape;920;p19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921;p19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922;p19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923;p19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924;p19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925;p19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0" name="Google Shape;926;p19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51" name="Google Shape;927;p19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928;p19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929;p19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930;p19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5" name="Google Shape;931;p19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56" name="Google Shape;932;p19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933;p19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934;p19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935;p19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936;p19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61" name="Google Shape;937;p19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938;p19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939;p19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940;p19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941;p19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942;p19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7" name="Google Shape;943;p19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68" name="Google Shape;944;p19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945;p19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946;p19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1" name="Google Shape;947;p19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2" name="Google Shape;948;p19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3" name="Google Shape;949;p19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4" name="Google Shape;950;p19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75" name="Google Shape;951;p19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952;p19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953;p19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954;p19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955;p19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956;p19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" name="Google Shape;957;p19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82" name="Google Shape;958;p19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959;p19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960;p19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961;p19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" name="Google Shape;962;p19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87" name="Google Shape;963;p19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964;p19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65;p19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966;p19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1" name="Google Shape;967;p19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968;p19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969;p19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970;p19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971;p19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972;p19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7" name="Google Shape;973;p19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98" name="Google Shape;974;p19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975;p19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976;p19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1" name="Google Shape;977;p19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02" name="Google Shape;978;p19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979;p19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980;p19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5" name="Google Shape;981;p19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06" name="Google Shape;982;p19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983;p19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984;p19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714600" y="1152000"/>
            <a:ext cx="7705080" cy="352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11" name="Google Shape;1142;p23"/>
          <p:cNvCxnSpPr/>
          <p:nvPr/>
        </p:nvCxnSpPr>
        <p:spPr>
          <a:xfrm flipH="1" flipV="1">
            <a:off x="302760" y="3359160"/>
            <a:ext cx="152280" cy="9576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12" name="Google Shape;1143;p23"/>
          <p:cNvCxnSpPr/>
          <p:nvPr/>
        </p:nvCxnSpPr>
        <p:spPr>
          <a:xfrm flipV="1">
            <a:off x="0" y="4332240"/>
            <a:ext cx="446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13" name="Google Shape;1144;p23"/>
          <p:cNvGrpSpPr/>
          <p:nvPr/>
        </p:nvGrpSpPr>
        <p:grpSpPr>
          <a:xfrm>
            <a:off x="300600" y="4167720"/>
            <a:ext cx="291600" cy="292320"/>
            <a:chOff x="300600" y="4167720"/>
            <a:chExt cx="291600" cy="292320"/>
          </a:xfrm>
        </p:grpSpPr>
        <p:sp>
          <p:nvSpPr>
            <p:cNvPr id="114" name="Google Shape;1145;p23"/>
            <p:cNvSpPr/>
            <p:nvPr/>
          </p:nvSpPr>
          <p:spPr>
            <a:xfrm flipH="1">
              <a:off x="305280" y="41727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1146;p23"/>
            <p:cNvSpPr/>
            <p:nvPr/>
          </p:nvSpPr>
          <p:spPr>
            <a:xfrm flipH="1">
              <a:off x="300600" y="41677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1147;p23"/>
            <p:cNvSpPr/>
            <p:nvPr/>
          </p:nvSpPr>
          <p:spPr>
            <a:xfrm flipH="1">
              <a:off x="366840" y="42346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148;p23"/>
            <p:cNvSpPr/>
            <p:nvPr/>
          </p:nvSpPr>
          <p:spPr>
            <a:xfrm flipH="1">
              <a:off x="361800" y="423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8" name="Google Shape;1149;p23"/>
          <p:cNvGrpSpPr/>
          <p:nvPr/>
        </p:nvGrpSpPr>
        <p:grpSpPr>
          <a:xfrm>
            <a:off x="148320" y="3224160"/>
            <a:ext cx="292680" cy="293040"/>
            <a:chOff x="148320" y="3224160"/>
            <a:chExt cx="292680" cy="293040"/>
          </a:xfrm>
        </p:grpSpPr>
        <p:sp>
          <p:nvSpPr>
            <p:cNvPr id="119" name="Google Shape;1150;p23"/>
            <p:cNvSpPr/>
            <p:nvPr/>
          </p:nvSpPr>
          <p:spPr>
            <a:xfrm flipH="1">
              <a:off x="150480" y="32266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1151;p23"/>
            <p:cNvSpPr/>
            <p:nvPr/>
          </p:nvSpPr>
          <p:spPr>
            <a:xfrm flipH="1">
              <a:off x="147960" y="32241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1152;p23"/>
            <p:cNvSpPr/>
            <p:nvPr/>
          </p:nvSpPr>
          <p:spPr>
            <a:xfrm flipH="1">
              <a:off x="187560" y="326340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1153;p23"/>
            <p:cNvSpPr/>
            <p:nvPr/>
          </p:nvSpPr>
          <p:spPr>
            <a:xfrm flipH="1">
              <a:off x="185400" y="326088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1154;p23"/>
            <p:cNvSpPr/>
            <p:nvPr/>
          </p:nvSpPr>
          <p:spPr>
            <a:xfrm flipH="1">
              <a:off x="226800" y="330300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1155;p23"/>
            <p:cNvSpPr/>
            <p:nvPr/>
          </p:nvSpPr>
          <p:spPr>
            <a:xfrm flipH="1">
              <a:off x="224280" y="330084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25" name="Google Shape;1156;p23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26" name="Google Shape;1157;p23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27" name="Google Shape;1158;p23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28" name="Google Shape;1159;p23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1160;p23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1161;p23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1162;p23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1163;p23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1164;p23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4" name="Google Shape;1165;p23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135" name="Google Shape;1166;p23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1167;p23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1168;p23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1169;p23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9" name="Google Shape;1170;p23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140" name="Google Shape;1171;p23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1172;p23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1173;p23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1174;p23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" name="Google Shape;1175;p23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145" name="Google Shape;1176;p23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1177;p23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1178;p23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8" name="Google Shape;1179;p23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149" name="Google Shape;1180;p23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181;p23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182;p23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11;p4"/>
          <p:cNvGrpSpPr/>
          <p:nvPr/>
        </p:nvGrpSpPr>
        <p:grpSpPr>
          <a:xfrm>
            <a:off x="4484520" y="4433040"/>
            <a:ext cx="174600" cy="26640"/>
            <a:chOff x="4484520" y="4433040"/>
            <a:chExt cx="174600" cy="26640"/>
          </a:xfrm>
        </p:grpSpPr>
        <p:sp>
          <p:nvSpPr>
            <p:cNvPr id="153" name="Google Shape;112;p4"/>
            <p:cNvSpPr/>
            <p:nvPr/>
          </p:nvSpPr>
          <p:spPr>
            <a:xfrm>
              <a:off x="448452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13;p4"/>
            <p:cNvSpPr/>
            <p:nvPr/>
          </p:nvSpPr>
          <p:spPr>
            <a:xfrm>
              <a:off x="45586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14;p4"/>
            <p:cNvSpPr/>
            <p:nvPr/>
          </p:nvSpPr>
          <p:spPr>
            <a:xfrm>
              <a:off x="46324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794960" y="2477880"/>
            <a:ext cx="555372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7" name="Google Shape;116;p4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58" name="Google Shape;117;p4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59" name="Google Shape;118;p4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60" name="Google Shape;119;p4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120;p4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121;p4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122;p4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123;p4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124;p4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66" name="Google Shape;125;p4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67" name="Google Shape;126;p4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127;p4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128;p4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29;p4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1" name="Google Shape;130;p4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72" name="Google Shape;131;p4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132;p4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133;p4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" name="Google Shape;134;p4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76" name="Google Shape;135;p4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77" name="Google Shape;136;p4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78" name="Google Shape;137;p4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" name="Google Shape;138;p4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" name="Google Shape;139;p4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" name="Google Shape;140;p4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" name="Google Shape;141;p4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3" name="Google Shape;142;p4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4" name="Google Shape;143;p4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85" name="Google Shape;144;p4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145;p4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7" name="Google Shape;146;p4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8" name="Google Shape;147;p4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9" name="Google Shape;148;p4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90" name="Google Shape;149;p4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" name="Google Shape;150;p4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151;p4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" name="Google Shape;152;p4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4" name="Google Shape;153;p4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95" name="Google Shape;154;p4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6" name="Google Shape;155;p4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7" name="Google Shape;156;p4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8" name="Google Shape;157;p4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99" name="Google Shape;158;p4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159;p4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160;p4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2" name="Google Shape;161;p4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203" name="Google Shape;162;p4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163;p4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164;p4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6" name="Google Shape;165;p4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207" name="Google Shape;166;p4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167;p4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168;p4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210" name="Google Shape;169;p4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211" name="Google Shape;170;p4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212" name="Google Shape;171;p4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72;p4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73;p4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174;p4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1746;p36"/>
          <p:cNvGrpSpPr/>
          <p:nvPr/>
        </p:nvGrpSpPr>
        <p:grpSpPr>
          <a:xfrm>
            <a:off x="150840" y="1506600"/>
            <a:ext cx="4420440" cy="3636360"/>
            <a:chOff x="150840" y="1506600"/>
            <a:chExt cx="4420440" cy="3636360"/>
          </a:xfrm>
        </p:grpSpPr>
        <p:sp>
          <p:nvSpPr>
            <p:cNvPr id="220" name="Google Shape;1747;p36"/>
            <p:cNvSpPr/>
            <p:nvPr/>
          </p:nvSpPr>
          <p:spPr>
            <a:xfrm>
              <a:off x="389880" y="1506600"/>
              <a:ext cx="3972240" cy="3552480"/>
            </a:xfrm>
            <a:custGeom>
              <a:avLst/>
              <a:gdLst>
                <a:gd name="textAreaLeft" fmla="*/ 0 w 3972240"/>
                <a:gd name="textAreaRight" fmla="*/ 3972600 w 3972240"/>
                <a:gd name="textAreaTop" fmla="*/ 0 h 3552480"/>
                <a:gd name="textAreaBottom" fmla="*/ 3552840 h 3552480"/>
              </a:gdLst>
              <a:ahLst/>
              <a:cxnLst/>
              <a:rect l="textAreaLeft" t="textAreaTop" r="textAreaRight" b="textAreaBottom"/>
              <a:pathLst>
                <a:path w="240073" h="204367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748;p36"/>
            <p:cNvSpPr/>
            <p:nvPr/>
          </p:nvSpPr>
          <p:spPr>
            <a:xfrm>
              <a:off x="507600" y="1506600"/>
              <a:ext cx="3815280" cy="3547800"/>
            </a:xfrm>
            <a:custGeom>
              <a:avLst/>
              <a:gdLst>
                <a:gd name="textAreaLeft" fmla="*/ 0 w 3815280"/>
                <a:gd name="textAreaRight" fmla="*/ 3815640 w 3815280"/>
                <a:gd name="textAreaTop" fmla="*/ 0 h 3547800"/>
                <a:gd name="textAreaBottom" fmla="*/ 3548160 h 3547800"/>
              </a:gdLst>
              <a:ahLst/>
              <a:cxnLst/>
              <a:rect l="textAreaLeft" t="textAreaTop" r="textAreaRight" b="textAreaBottom"/>
              <a:pathLst>
                <a:path w="230591" h="204097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749;p36"/>
            <p:cNvSpPr/>
            <p:nvPr/>
          </p:nvSpPr>
          <p:spPr>
            <a:xfrm>
              <a:off x="3913920" y="3573720"/>
              <a:ext cx="587520" cy="1562400"/>
            </a:xfrm>
            <a:custGeom>
              <a:avLst/>
              <a:gdLst>
                <a:gd name="textAreaLeft" fmla="*/ 0 w 587520"/>
                <a:gd name="textAreaRight" fmla="*/ 587880 w 587520"/>
                <a:gd name="textAreaTop" fmla="*/ 0 h 1562400"/>
                <a:gd name="textAreaBottom" fmla="*/ 1562760 h 1562400"/>
              </a:gdLst>
              <a:ahLst/>
              <a:cxnLst/>
              <a:rect l="textAreaLeft" t="textAreaTop" r="textAreaRight" b="textAreaBottom"/>
              <a:pathLst>
                <a:path w="35529" h="89901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750;p36"/>
            <p:cNvSpPr/>
            <p:nvPr/>
          </p:nvSpPr>
          <p:spPr>
            <a:xfrm>
              <a:off x="1820880" y="3048120"/>
              <a:ext cx="1759320" cy="2094480"/>
            </a:xfrm>
            <a:custGeom>
              <a:avLst/>
              <a:gdLst>
                <a:gd name="textAreaLeft" fmla="*/ 0 w 1759320"/>
                <a:gd name="textAreaRight" fmla="*/ 1759680 w 1759320"/>
                <a:gd name="textAreaTop" fmla="*/ 0 h 2094480"/>
                <a:gd name="textAreaBottom" fmla="*/ 2094840 h 2094480"/>
              </a:gdLst>
              <a:ahLst/>
              <a:cxnLst/>
              <a:rect l="textAreaLeft" t="textAreaTop" r="textAreaRight" b="textAreaBottom"/>
              <a:pathLst>
                <a:path w="106343" h="120505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751;p36"/>
            <p:cNvSpPr/>
            <p:nvPr/>
          </p:nvSpPr>
          <p:spPr>
            <a:xfrm>
              <a:off x="1820880" y="3225240"/>
              <a:ext cx="1611360" cy="1917720"/>
            </a:xfrm>
            <a:custGeom>
              <a:avLst/>
              <a:gdLst>
                <a:gd name="textAreaLeft" fmla="*/ 0 w 1611360"/>
                <a:gd name="textAreaRight" fmla="*/ 1611720 w 1611360"/>
                <a:gd name="textAreaTop" fmla="*/ 0 h 1917720"/>
                <a:gd name="textAreaBottom" fmla="*/ 1918080 h 1917720"/>
              </a:gdLst>
              <a:ahLst/>
              <a:cxnLst/>
              <a:rect l="textAreaLeft" t="textAreaTop" r="textAreaRight" b="textAreaBottom"/>
              <a:pathLst>
                <a:path w="97389" h="110331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752;p36"/>
            <p:cNvSpPr/>
            <p:nvPr/>
          </p:nvSpPr>
          <p:spPr>
            <a:xfrm>
              <a:off x="3426480" y="3054600"/>
              <a:ext cx="148320" cy="2081880"/>
            </a:xfrm>
            <a:custGeom>
              <a:avLst/>
              <a:gdLst>
                <a:gd name="textAreaLeft" fmla="*/ 0 w 148320"/>
                <a:gd name="textAreaRight" fmla="*/ 148680 w 148320"/>
                <a:gd name="textAreaTop" fmla="*/ 0 h 2081880"/>
                <a:gd name="textAreaBottom" fmla="*/ 2082240 h 2081880"/>
              </a:gdLst>
              <a:ahLst/>
              <a:cxnLst/>
              <a:rect l="textAreaLeft" t="textAreaTop" r="textAreaRight" b="textAreaBottom"/>
              <a:pathLst>
                <a:path w="8995" h="119773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753;p36"/>
            <p:cNvSpPr/>
            <p:nvPr/>
          </p:nvSpPr>
          <p:spPr>
            <a:xfrm>
              <a:off x="350244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754;p36"/>
            <p:cNvSpPr/>
            <p:nvPr/>
          </p:nvSpPr>
          <p:spPr>
            <a:xfrm>
              <a:off x="349704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8" h="22751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755;p36"/>
            <p:cNvSpPr/>
            <p:nvPr/>
          </p:nvSpPr>
          <p:spPr>
            <a:xfrm>
              <a:off x="357516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6" h="37361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756;p36"/>
            <p:cNvSpPr/>
            <p:nvPr/>
          </p:nvSpPr>
          <p:spPr>
            <a:xfrm>
              <a:off x="356904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757;p36"/>
            <p:cNvSpPr/>
            <p:nvPr/>
          </p:nvSpPr>
          <p:spPr>
            <a:xfrm>
              <a:off x="104508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758;p36"/>
            <p:cNvSpPr/>
            <p:nvPr/>
          </p:nvSpPr>
          <p:spPr>
            <a:xfrm>
              <a:off x="103968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7" h="22751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759;p36"/>
            <p:cNvSpPr/>
            <p:nvPr/>
          </p:nvSpPr>
          <p:spPr>
            <a:xfrm>
              <a:off x="111780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5" h="37361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760;p36"/>
            <p:cNvSpPr/>
            <p:nvPr/>
          </p:nvSpPr>
          <p:spPr>
            <a:xfrm>
              <a:off x="111168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1761;p36"/>
            <p:cNvSpPr/>
            <p:nvPr/>
          </p:nvSpPr>
          <p:spPr>
            <a:xfrm>
              <a:off x="765720" y="4426560"/>
              <a:ext cx="3354120" cy="394560"/>
            </a:xfrm>
            <a:custGeom>
              <a:avLst/>
              <a:gdLst>
                <a:gd name="textAreaLeft" fmla="*/ 0 w 3354120"/>
                <a:gd name="textAreaRight" fmla="*/ 3354480 w 335412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02713" h="2271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1762;p36"/>
            <p:cNvSpPr/>
            <p:nvPr/>
          </p:nvSpPr>
          <p:spPr>
            <a:xfrm>
              <a:off x="760320" y="4420440"/>
              <a:ext cx="3364920" cy="40608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406080"/>
                <a:gd name="textAreaBottom" fmla="*/ 406440 h 406080"/>
              </a:gdLst>
              <a:ahLst/>
              <a:cxnLst/>
              <a:rect l="textAreaLeft" t="textAreaTop" r="textAreaRight" b="textAreaBottom"/>
              <a:pathLst>
                <a:path w="203365" h="23378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763;p36"/>
            <p:cNvSpPr/>
            <p:nvPr/>
          </p:nvSpPr>
          <p:spPr>
            <a:xfrm>
              <a:off x="766800" y="4426560"/>
              <a:ext cx="3352680" cy="369000"/>
            </a:xfrm>
            <a:custGeom>
              <a:avLst/>
              <a:gdLst>
                <a:gd name="textAreaLeft" fmla="*/ 0 w 3352680"/>
                <a:gd name="textAreaRight" fmla="*/ 3353040 w 33526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202632" h="21245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764;p36"/>
            <p:cNvSpPr/>
            <p:nvPr/>
          </p:nvSpPr>
          <p:spPr>
            <a:xfrm>
              <a:off x="761040" y="4420080"/>
              <a:ext cx="3364920" cy="38160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381600"/>
                <a:gd name="textAreaBottom" fmla="*/ 381960 h 381600"/>
              </a:gdLst>
              <a:ahLst/>
              <a:cxnLst/>
              <a:rect l="textAreaLeft" t="textAreaTop" r="textAreaRight" b="textAreaBottom"/>
              <a:pathLst>
                <a:path w="203364" h="21977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765;p36"/>
            <p:cNvSpPr/>
            <p:nvPr/>
          </p:nvSpPr>
          <p:spPr>
            <a:xfrm>
              <a:off x="3186720" y="4584960"/>
              <a:ext cx="500040" cy="148320"/>
            </a:xfrm>
            <a:custGeom>
              <a:avLst/>
              <a:gdLst>
                <a:gd name="textAreaLeft" fmla="*/ 0 w 500040"/>
                <a:gd name="textAreaRight" fmla="*/ 500400 w 50004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239" h="8548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160" bIns="74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766;p36"/>
            <p:cNvSpPr/>
            <p:nvPr/>
          </p:nvSpPr>
          <p:spPr>
            <a:xfrm>
              <a:off x="3180600" y="4579200"/>
              <a:ext cx="512280" cy="160200"/>
            </a:xfrm>
            <a:custGeom>
              <a:avLst/>
              <a:gdLst>
                <a:gd name="textAreaLeft" fmla="*/ 0 w 512280"/>
                <a:gd name="textAreaRight" fmla="*/ 512640 w 51228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30971" h="9239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767;p36"/>
            <p:cNvSpPr/>
            <p:nvPr/>
          </p:nvSpPr>
          <p:spPr>
            <a:xfrm>
              <a:off x="3661920" y="4426560"/>
              <a:ext cx="457560" cy="394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7675" h="2271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768;p36"/>
            <p:cNvSpPr/>
            <p:nvPr/>
          </p:nvSpPr>
          <p:spPr>
            <a:xfrm>
              <a:off x="3656520" y="4420440"/>
              <a:ext cx="468360" cy="406440"/>
            </a:xfrm>
            <a:custGeom>
              <a:avLst/>
              <a:gdLst>
                <a:gd name="textAreaLeft" fmla="*/ 0 w 468360"/>
                <a:gd name="textAreaRight" fmla="*/ 468720 w 468360"/>
                <a:gd name="textAreaTop" fmla="*/ 0 h 406440"/>
                <a:gd name="textAreaBottom" fmla="*/ 406800 h 406440"/>
              </a:gdLst>
              <a:ahLst/>
              <a:cxnLst/>
              <a:rect l="textAreaLeft" t="textAreaTop" r="textAreaRight" b="textAreaBottom"/>
              <a:pathLst>
                <a:path w="28327" h="23391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769;p36"/>
            <p:cNvSpPr/>
            <p:nvPr/>
          </p:nvSpPr>
          <p:spPr>
            <a:xfrm>
              <a:off x="3274920" y="4437000"/>
              <a:ext cx="605160" cy="196920"/>
            </a:xfrm>
            <a:custGeom>
              <a:avLst/>
              <a:gdLst>
                <a:gd name="textAreaLeft" fmla="*/ 0 w 605160"/>
                <a:gd name="textAreaRight" fmla="*/ 605520 w 605160"/>
                <a:gd name="textAreaTop" fmla="*/ 0 h 196920"/>
                <a:gd name="textAreaBottom" fmla="*/ 197280 h 196920"/>
              </a:gdLst>
              <a:ahLst/>
              <a:cxnLst/>
              <a:rect l="textAreaLeft" t="textAreaTop" r="textAreaRight" b="textAreaBottom"/>
              <a:pathLst>
                <a:path w="36588" h="11347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770;p36"/>
            <p:cNvSpPr/>
            <p:nvPr/>
          </p:nvSpPr>
          <p:spPr>
            <a:xfrm>
              <a:off x="3342960" y="4593240"/>
              <a:ext cx="173520" cy="12240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0500" h="7052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771;p36"/>
            <p:cNvSpPr/>
            <p:nvPr/>
          </p:nvSpPr>
          <p:spPr>
            <a:xfrm>
              <a:off x="3442680" y="4614480"/>
              <a:ext cx="47520" cy="828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890" h="4779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772;p36"/>
            <p:cNvSpPr/>
            <p:nvPr/>
          </p:nvSpPr>
          <p:spPr>
            <a:xfrm>
              <a:off x="2013480" y="4534560"/>
              <a:ext cx="1338480" cy="219600"/>
            </a:xfrm>
            <a:custGeom>
              <a:avLst/>
              <a:gdLst>
                <a:gd name="textAreaLeft" fmla="*/ 0 w 1338480"/>
                <a:gd name="textAreaRight" fmla="*/ 1338840 w 1338480"/>
                <a:gd name="textAreaTop" fmla="*/ 0 h 219600"/>
                <a:gd name="textAreaBottom" fmla="*/ 219960 h 219600"/>
              </a:gdLst>
              <a:ahLst/>
              <a:cxnLst/>
              <a:rect l="textAreaLeft" t="textAreaTop" r="textAreaRight" b="textAreaBottom"/>
              <a:pathLst>
                <a:path w="80906" h="12657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773;p36"/>
            <p:cNvSpPr/>
            <p:nvPr/>
          </p:nvSpPr>
          <p:spPr>
            <a:xfrm>
              <a:off x="2007360" y="4529160"/>
              <a:ext cx="1350720" cy="231120"/>
            </a:xfrm>
            <a:custGeom>
              <a:avLst/>
              <a:gdLst>
                <a:gd name="textAreaLeft" fmla="*/ 0 w 1350720"/>
                <a:gd name="textAreaRight" fmla="*/ 1351080 w 135072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81640" h="13309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774;p36"/>
            <p:cNvSpPr/>
            <p:nvPr/>
          </p:nvSpPr>
          <p:spPr>
            <a:xfrm>
              <a:off x="3084840" y="4528800"/>
              <a:ext cx="273240" cy="24516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45160"/>
                <a:gd name="textAreaBottom" fmla="*/ 245520 h 245160"/>
              </a:gdLst>
              <a:ahLst/>
              <a:cxnLst/>
              <a:rect l="textAreaLeft" t="textAreaTop" r="textAreaRight" b="textAreaBottom"/>
              <a:pathLst>
                <a:path w="16524" h="14113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1775;p36"/>
            <p:cNvSpPr/>
            <p:nvPr/>
          </p:nvSpPr>
          <p:spPr>
            <a:xfrm>
              <a:off x="2013480" y="4754880"/>
              <a:ext cx="1076400" cy="12960"/>
            </a:xfrm>
            <a:custGeom>
              <a:avLst/>
              <a:gdLst>
                <a:gd name="textAreaLeft" fmla="*/ 0 w 1076400"/>
                <a:gd name="textAreaRight" fmla="*/ 1076760 w 10764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5075" h="7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1776;p36"/>
            <p:cNvSpPr/>
            <p:nvPr/>
          </p:nvSpPr>
          <p:spPr>
            <a:xfrm>
              <a:off x="2007360" y="4748400"/>
              <a:ext cx="1088640" cy="2592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65809" h="1507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1777;p36"/>
            <p:cNvSpPr/>
            <p:nvPr/>
          </p:nvSpPr>
          <p:spPr>
            <a:xfrm>
              <a:off x="23238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778;p36"/>
            <p:cNvSpPr/>
            <p:nvPr/>
          </p:nvSpPr>
          <p:spPr>
            <a:xfrm>
              <a:off x="239544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779;p36"/>
            <p:cNvSpPr/>
            <p:nvPr/>
          </p:nvSpPr>
          <p:spPr>
            <a:xfrm>
              <a:off x="225252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780;p36"/>
            <p:cNvSpPr/>
            <p:nvPr/>
          </p:nvSpPr>
          <p:spPr>
            <a:xfrm>
              <a:off x="22874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781;p36"/>
            <p:cNvSpPr/>
            <p:nvPr/>
          </p:nvSpPr>
          <p:spPr>
            <a:xfrm>
              <a:off x="2393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1782;p36"/>
            <p:cNvSpPr/>
            <p:nvPr/>
          </p:nvSpPr>
          <p:spPr>
            <a:xfrm>
              <a:off x="2322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1783;p36"/>
            <p:cNvSpPr/>
            <p:nvPr/>
          </p:nvSpPr>
          <p:spPr>
            <a:xfrm>
              <a:off x="24660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1784;p36"/>
            <p:cNvSpPr/>
            <p:nvPr/>
          </p:nvSpPr>
          <p:spPr>
            <a:xfrm>
              <a:off x="28216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1785;p36"/>
            <p:cNvSpPr/>
            <p:nvPr/>
          </p:nvSpPr>
          <p:spPr>
            <a:xfrm>
              <a:off x="24642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786;p36"/>
            <p:cNvSpPr/>
            <p:nvPr/>
          </p:nvSpPr>
          <p:spPr>
            <a:xfrm>
              <a:off x="25372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787;p36"/>
            <p:cNvSpPr/>
            <p:nvPr/>
          </p:nvSpPr>
          <p:spPr>
            <a:xfrm>
              <a:off x="29638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1788;p36"/>
            <p:cNvSpPr/>
            <p:nvPr/>
          </p:nvSpPr>
          <p:spPr>
            <a:xfrm>
              <a:off x="29988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1789;p36"/>
            <p:cNvSpPr/>
            <p:nvPr/>
          </p:nvSpPr>
          <p:spPr>
            <a:xfrm>
              <a:off x="2892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1790;p36"/>
            <p:cNvSpPr/>
            <p:nvPr/>
          </p:nvSpPr>
          <p:spPr>
            <a:xfrm>
              <a:off x="27507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791;p36"/>
            <p:cNvSpPr/>
            <p:nvPr/>
          </p:nvSpPr>
          <p:spPr>
            <a:xfrm>
              <a:off x="26082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792;p36"/>
            <p:cNvSpPr/>
            <p:nvPr/>
          </p:nvSpPr>
          <p:spPr>
            <a:xfrm>
              <a:off x="26794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793;p36"/>
            <p:cNvSpPr/>
            <p:nvPr/>
          </p:nvSpPr>
          <p:spPr>
            <a:xfrm>
              <a:off x="27489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1794;p36"/>
            <p:cNvSpPr/>
            <p:nvPr/>
          </p:nvSpPr>
          <p:spPr>
            <a:xfrm>
              <a:off x="28566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1795;p36"/>
            <p:cNvSpPr/>
            <p:nvPr/>
          </p:nvSpPr>
          <p:spPr>
            <a:xfrm>
              <a:off x="27140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1796;p36"/>
            <p:cNvSpPr/>
            <p:nvPr/>
          </p:nvSpPr>
          <p:spPr>
            <a:xfrm>
              <a:off x="25718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1797;p36"/>
            <p:cNvSpPr/>
            <p:nvPr/>
          </p:nvSpPr>
          <p:spPr>
            <a:xfrm>
              <a:off x="27853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1798;p36"/>
            <p:cNvSpPr/>
            <p:nvPr/>
          </p:nvSpPr>
          <p:spPr>
            <a:xfrm>
              <a:off x="25354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799;p36"/>
            <p:cNvSpPr/>
            <p:nvPr/>
          </p:nvSpPr>
          <p:spPr>
            <a:xfrm>
              <a:off x="23583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800;p36"/>
            <p:cNvSpPr/>
            <p:nvPr/>
          </p:nvSpPr>
          <p:spPr>
            <a:xfrm>
              <a:off x="25009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801;p36"/>
            <p:cNvSpPr/>
            <p:nvPr/>
          </p:nvSpPr>
          <p:spPr>
            <a:xfrm>
              <a:off x="24296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802;p36"/>
            <p:cNvSpPr/>
            <p:nvPr/>
          </p:nvSpPr>
          <p:spPr>
            <a:xfrm>
              <a:off x="26431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1803;p36"/>
            <p:cNvSpPr/>
            <p:nvPr/>
          </p:nvSpPr>
          <p:spPr>
            <a:xfrm>
              <a:off x="26776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1804;p36"/>
            <p:cNvSpPr/>
            <p:nvPr/>
          </p:nvSpPr>
          <p:spPr>
            <a:xfrm>
              <a:off x="3033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1805;p36"/>
            <p:cNvSpPr/>
            <p:nvPr/>
          </p:nvSpPr>
          <p:spPr>
            <a:xfrm>
              <a:off x="26067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1806;p36"/>
            <p:cNvSpPr/>
            <p:nvPr/>
          </p:nvSpPr>
          <p:spPr>
            <a:xfrm>
              <a:off x="28908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1807;p36"/>
            <p:cNvSpPr/>
            <p:nvPr/>
          </p:nvSpPr>
          <p:spPr>
            <a:xfrm>
              <a:off x="296244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1808;p36"/>
            <p:cNvSpPr/>
            <p:nvPr/>
          </p:nvSpPr>
          <p:spPr>
            <a:xfrm>
              <a:off x="29275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1809;p36"/>
            <p:cNvSpPr/>
            <p:nvPr/>
          </p:nvSpPr>
          <p:spPr>
            <a:xfrm>
              <a:off x="281952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810;p36"/>
            <p:cNvSpPr/>
            <p:nvPr/>
          </p:nvSpPr>
          <p:spPr>
            <a:xfrm>
              <a:off x="26452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811;p36"/>
            <p:cNvSpPr/>
            <p:nvPr/>
          </p:nvSpPr>
          <p:spPr>
            <a:xfrm>
              <a:off x="27158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812;p36"/>
            <p:cNvSpPr/>
            <p:nvPr/>
          </p:nvSpPr>
          <p:spPr>
            <a:xfrm>
              <a:off x="25736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1813;p36"/>
            <p:cNvSpPr/>
            <p:nvPr/>
          </p:nvSpPr>
          <p:spPr>
            <a:xfrm>
              <a:off x="27871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1814;p36"/>
            <p:cNvSpPr/>
            <p:nvPr/>
          </p:nvSpPr>
          <p:spPr>
            <a:xfrm>
              <a:off x="25023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1815;p36"/>
            <p:cNvSpPr/>
            <p:nvPr/>
          </p:nvSpPr>
          <p:spPr>
            <a:xfrm>
              <a:off x="24318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1816;p36"/>
            <p:cNvSpPr/>
            <p:nvPr/>
          </p:nvSpPr>
          <p:spPr>
            <a:xfrm>
              <a:off x="28580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1817;p36"/>
            <p:cNvSpPr/>
            <p:nvPr/>
          </p:nvSpPr>
          <p:spPr>
            <a:xfrm>
              <a:off x="2288880" y="468324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1818;p36"/>
            <p:cNvSpPr/>
            <p:nvPr/>
          </p:nvSpPr>
          <p:spPr>
            <a:xfrm>
              <a:off x="23601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1819;p36"/>
            <p:cNvSpPr/>
            <p:nvPr/>
          </p:nvSpPr>
          <p:spPr>
            <a:xfrm>
              <a:off x="3069360" y="462456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2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820;p36"/>
            <p:cNvSpPr/>
            <p:nvPr/>
          </p:nvSpPr>
          <p:spPr>
            <a:xfrm>
              <a:off x="31388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821;p36"/>
            <p:cNvSpPr/>
            <p:nvPr/>
          </p:nvSpPr>
          <p:spPr>
            <a:xfrm>
              <a:off x="3104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822;p36"/>
            <p:cNvSpPr/>
            <p:nvPr/>
          </p:nvSpPr>
          <p:spPr>
            <a:xfrm>
              <a:off x="2218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823;p36"/>
            <p:cNvSpPr/>
            <p:nvPr/>
          </p:nvSpPr>
          <p:spPr>
            <a:xfrm>
              <a:off x="2929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824;p36"/>
            <p:cNvSpPr/>
            <p:nvPr/>
          </p:nvSpPr>
          <p:spPr>
            <a:xfrm>
              <a:off x="30006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825;p36"/>
            <p:cNvSpPr/>
            <p:nvPr/>
          </p:nvSpPr>
          <p:spPr>
            <a:xfrm>
              <a:off x="30351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826;p36"/>
            <p:cNvSpPr/>
            <p:nvPr/>
          </p:nvSpPr>
          <p:spPr>
            <a:xfrm>
              <a:off x="22161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827;p36"/>
            <p:cNvSpPr/>
            <p:nvPr/>
          </p:nvSpPr>
          <p:spPr>
            <a:xfrm>
              <a:off x="271260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828;p36"/>
            <p:cNvSpPr/>
            <p:nvPr/>
          </p:nvSpPr>
          <p:spPr>
            <a:xfrm>
              <a:off x="27831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829;p36"/>
            <p:cNvSpPr/>
            <p:nvPr/>
          </p:nvSpPr>
          <p:spPr>
            <a:xfrm>
              <a:off x="26409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830;p36"/>
            <p:cNvSpPr/>
            <p:nvPr/>
          </p:nvSpPr>
          <p:spPr>
            <a:xfrm>
              <a:off x="28544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831;p36"/>
            <p:cNvSpPr/>
            <p:nvPr/>
          </p:nvSpPr>
          <p:spPr>
            <a:xfrm>
              <a:off x="2996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832;p36"/>
            <p:cNvSpPr/>
            <p:nvPr/>
          </p:nvSpPr>
          <p:spPr>
            <a:xfrm>
              <a:off x="29253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833;p36"/>
            <p:cNvSpPr/>
            <p:nvPr/>
          </p:nvSpPr>
          <p:spPr>
            <a:xfrm>
              <a:off x="25696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834;p36"/>
            <p:cNvSpPr/>
            <p:nvPr/>
          </p:nvSpPr>
          <p:spPr>
            <a:xfrm>
              <a:off x="2181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835;p36"/>
            <p:cNvSpPr/>
            <p:nvPr/>
          </p:nvSpPr>
          <p:spPr>
            <a:xfrm>
              <a:off x="2250720" y="4594680"/>
              <a:ext cx="118080" cy="414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64" h="2402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836;p36"/>
            <p:cNvSpPr/>
            <p:nvPr/>
          </p:nvSpPr>
          <p:spPr>
            <a:xfrm>
              <a:off x="30679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837;p36"/>
            <p:cNvSpPr/>
            <p:nvPr/>
          </p:nvSpPr>
          <p:spPr>
            <a:xfrm>
              <a:off x="21466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838;p36"/>
            <p:cNvSpPr/>
            <p:nvPr/>
          </p:nvSpPr>
          <p:spPr>
            <a:xfrm>
              <a:off x="2285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839;p36"/>
            <p:cNvSpPr/>
            <p:nvPr/>
          </p:nvSpPr>
          <p:spPr>
            <a:xfrm>
              <a:off x="24274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840;p36"/>
            <p:cNvSpPr/>
            <p:nvPr/>
          </p:nvSpPr>
          <p:spPr>
            <a:xfrm>
              <a:off x="2356200" y="456588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4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841;p36"/>
            <p:cNvSpPr/>
            <p:nvPr/>
          </p:nvSpPr>
          <p:spPr>
            <a:xfrm>
              <a:off x="24991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842;p36"/>
            <p:cNvSpPr/>
            <p:nvPr/>
          </p:nvSpPr>
          <p:spPr>
            <a:xfrm>
              <a:off x="3011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843;p36"/>
            <p:cNvSpPr/>
            <p:nvPr/>
          </p:nvSpPr>
          <p:spPr>
            <a:xfrm>
              <a:off x="300816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8" h="3582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844;p36"/>
            <p:cNvSpPr/>
            <p:nvPr/>
          </p:nvSpPr>
          <p:spPr>
            <a:xfrm>
              <a:off x="321372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845;p36"/>
            <p:cNvSpPr/>
            <p:nvPr/>
          </p:nvSpPr>
          <p:spPr>
            <a:xfrm>
              <a:off x="320832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3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846;p36"/>
            <p:cNvSpPr/>
            <p:nvPr/>
          </p:nvSpPr>
          <p:spPr>
            <a:xfrm>
              <a:off x="320292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3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847;p36"/>
            <p:cNvSpPr/>
            <p:nvPr/>
          </p:nvSpPr>
          <p:spPr>
            <a:xfrm>
              <a:off x="319752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848;p36"/>
            <p:cNvSpPr/>
            <p:nvPr/>
          </p:nvSpPr>
          <p:spPr>
            <a:xfrm>
              <a:off x="2698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849;p36"/>
            <p:cNvSpPr/>
            <p:nvPr/>
          </p:nvSpPr>
          <p:spPr>
            <a:xfrm>
              <a:off x="269316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2" h="54088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850;p36"/>
            <p:cNvSpPr/>
            <p:nvPr/>
          </p:nvSpPr>
          <p:spPr>
            <a:xfrm>
              <a:off x="275904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6" h="47738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851;p36"/>
            <p:cNvSpPr/>
            <p:nvPr/>
          </p:nvSpPr>
          <p:spPr>
            <a:xfrm>
              <a:off x="275364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852;p36"/>
            <p:cNvSpPr/>
            <p:nvPr/>
          </p:nvSpPr>
          <p:spPr>
            <a:xfrm>
              <a:off x="282312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853;p36"/>
            <p:cNvSpPr/>
            <p:nvPr/>
          </p:nvSpPr>
          <p:spPr>
            <a:xfrm>
              <a:off x="282312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6" h="13391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854;p36"/>
            <p:cNvSpPr/>
            <p:nvPr/>
          </p:nvSpPr>
          <p:spPr>
            <a:xfrm>
              <a:off x="282312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855;p36"/>
            <p:cNvSpPr/>
            <p:nvPr/>
          </p:nvSpPr>
          <p:spPr>
            <a:xfrm>
              <a:off x="32223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856;p36"/>
            <p:cNvSpPr/>
            <p:nvPr/>
          </p:nvSpPr>
          <p:spPr>
            <a:xfrm>
              <a:off x="322236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857;p36"/>
            <p:cNvSpPr/>
            <p:nvPr/>
          </p:nvSpPr>
          <p:spPr>
            <a:xfrm>
              <a:off x="2448360" y="310140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858;p36"/>
            <p:cNvSpPr/>
            <p:nvPr/>
          </p:nvSpPr>
          <p:spPr>
            <a:xfrm>
              <a:off x="2445120" y="3095640"/>
              <a:ext cx="442080" cy="61920"/>
            </a:xfrm>
            <a:custGeom>
              <a:avLst/>
              <a:gdLst>
                <a:gd name="textAreaLeft" fmla="*/ 0 w 442080"/>
                <a:gd name="textAreaRight" fmla="*/ 442440 w 44208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739" h="3583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859;p36"/>
            <p:cNvSpPr/>
            <p:nvPr/>
          </p:nvSpPr>
          <p:spPr>
            <a:xfrm>
              <a:off x="2650680" y="2857680"/>
              <a:ext cx="68400" cy="2728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52" h="1571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860;p36"/>
            <p:cNvSpPr/>
            <p:nvPr/>
          </p:nvSpPr>
          <p:spPr>
            <a:xfrm>
              <a:off x="2645280" y="285156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1861;p36"/>
            <p:cNvSpPr/>
            <p:nvPr/>
          </p:nvSpPr>
          <p:spPr>
            <a:xfrm>
              <a:off x="2639880" y="2857680"/>
              <a:ext cx="90000" cy="1976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54" h="11396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1862;p36"/>
            <p:cNvSpPr/>
            <p:nvPr/>
          </p:nvSpPr>
          <p:spPr>
            <a:xfrm>
              <a:off x="2634480" y="2851560"/>
              <a:ext cx="100800" cy="2106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10600"/>
                <a:gd name="textAreaBottom" fmla="*/ 210960 h 210600"/>
              </a:gdLst>
              <a:ahLst/>
              <a:cxnLst/>
              <a:rect l="textAreaLeft" t="textAreaTop" r="textAreaRight" b="textAreaBottom"/>
              <a:pathLst>
                <a:path w="6106" h="12129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863;p36"/>
            <p:cNvSpPr/>
            <p:nvPr/>
          </p:nvSpPr>
          <p:spPr>
            <a:xfrm>
              <a:off x="2135880" y="194868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7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864;p36"/>
            <p:cNvSpPr/>
            <p:nvPr/>
          </p:nvSpPr>
          <p:spPr>
            <a:xfrm>
              <a:off x="2130840" y="1942920"/>
              <a:ext cx="1140480" cy="939960"/>
            </a:xfrm>
            <a:custGeom>
              <a:avLst/>
              <a:gdLst>
                <a:gd name="textAreaLeft" fmla="*/ 0 w 1140480"/>
                <a:gd name="textAreaRight" fmla="*/ 1140840 w 114048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42" h="54087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865;p36"/>
            <p:cNvSpPr/>
            <p:nvPr/>
          </p:nvSpPr>
          <p:spPr>
            <a:xfrm>
              <a:off x="2196720" y="1998360"/>
              <a:ext cx="1008360" cy="829440"/>
            </a:xfrm>
            <a:custGeom>
              <a:avLst/>
              <a:gdLst>
                <a:gd name="textAreaLeft" fmla="*/ 0 w 1008360"/>
                <a:gd name="textAreaRight" fmla="*/ 1008720 w 100836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0965" h="47739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1866;p36"/>
            <p:cNvSpPr/>
            <p:nvPr/>
          </p:nvSpPr>
          <p:spPr>
            <a:xfrm>
              <a:off x="2190600" y="1992600"/>
              <a:ext cx="1020600" cy="84096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98" h="4839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1867;p36"/>
            <p:cNvSpPr/>
            <p:nvPr/>
          </p:nvSpPr>
          <p:spPr>
            <a:xfrm>
              <a:off x="2270160" y="2085120"/>
              <a:ext cx="421920" cy="20340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25518" h="11722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1868;p36"/>
            <p:cNvSpPr/>
            <p:nvPr/>
          </p:nvSpPr>
          <p:spPr>
            <a:xfrm>
              <a:off x="2328840" y="24105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1869;p36"/>
            <p:cNvSpPr/>
            <p:nvPr/>
          </p:nvSpPr>
          <p:spPr>
            <a:xfrm>
              <a:off x="2328840" y="24807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1870;p36"/>
            <p:cNvSpPr/>
            <p:nvPr/>
          </p:nvSpPr>
          <p:spPr>
            <a:xfrm>
              <a:off x="2328840" y="2638440"/>
              <a:ext cx="693360" cy="7956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41919" h="460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1871;p36"/>
            <p:cNvSpPr/>
            <p:nvPr/>
          </p:nvSpPr>
          <p:spPr>
            <a:xfrm>
              <a:off x="2328840" y="256788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1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1872;p36"/>
            <p:cNvSpPr/>
            <p:nvPr/>
          </p:nvSpPr>
          <p:spPr>
            <a:xfrm>
              <a:off x="303372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1873;p36"/>
            <p:cNvSpPr/>
            <p:nvPr/>
          </p:nvSpPr>
          <p:spPr>
            <a:xfrm>
              <a:off x="303372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8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1874;p36"/>
            <p:cNvSpPr/>
            <p:nvPr/>
          </p:nvSpPr>
          <p:spPr>
            <a:xfrm>
              <a:off x="303372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1875;p36"/>
            <p:cNvSpPr/>
            <p:nvPr/>
          </p:nvSpPr>
          <p:spPr>
            <a:xfrm>
              <a:off x="303372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1876;p36"/>
            <p:cNvSpPr/>
            <p:nvPr/>
          </p:nvSpPr>
          <p:spPr>
            <a:xfrm>
              <a:off x="225180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1877;p36"/>
            <p:cNvSpPr/>
            <p:nvPr/>
          </p:nvSpPr>
          <p:spPr>
            <a:xfrm>
              <a:off x="225180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1878;p36"/>
            <p:cNvSpPr/>
            <p:nvPr/>
          </p:nvSpPr>
          <p:spPr>
            <a:xfrm>
              <a:off x="225180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7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1879;p36"/>
            <p:cNvSpPr/>
            <p:nvPr/>
          </p:nvSpPr>
          <p:spPr>
            <a:xfrm>
              <a:off x="225180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1880;p36"/>
            <p:cNvSpPr/>
            <p:nvPr/>
          </p:nvSpPr>
          <p:spPr>
            <a:xfrm>
              <a:off x="2745360" y="207324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1881;p36"/>
            <p:cNvSpPr/>
            <p:nvPr/>
          </p:nvSpPr>
          <p:spPr>
            <a:xfrm>
              <a:off x="1688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1882;p36"/>
            <p:cNvSpPr/>
            <p:nvPr/>
          </p:nvSpPr>
          <p:spPr>
            <a:xfrm>
              <a:off x="168480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9" h="3582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1883;p36"/>
            <p:cNvSpPr/>
            <p:nvPr/>
          </p:nvSpPr>
          <p:spPr>
            <a:xfrm>
              <a:off x="189036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1884;p36"/>
            <p:cNvSpPr/>
            <p:nvPr/>
          </p:nvSpPr>
          <p:spPr>
            <a:xfrm>
              <a:off x="188496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1885;p36"/>
            <p:cNvSpPr/>
            <p:nvPr/>
          </p:nvSpPr>
          <p:spPr>
            <a:xfrm>
              <a:off x="187956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4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1886;p36"/>
            <p:cNvSpPr/>
            <p:nvPr/>
          </p:nvSpPr>
          <p:spPr>
            <a:xfrm>
              <a:off x="187416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1887;p36"/>
            <p:cNvSpPr/>
            <p:nvPr/>
          </p:nvSpPr>
          <p:spPr>
            <a:xfrm>
              <a:off x="1375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1888;p36"/>
            <p:cNvSpPr/>
            <p:nvPr/>
          </p:nvSpPr>
          <p:spPr>
            <a:xfrm>
              <a:off x="136980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3" h="54088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1889;p36"/>
            <p:cNvSpPr/>
            <p:nvPr/>
          </p:nvSpPr>
          <p:spPr>
            <a:xfrm>
              <a:off x="143568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5" h="47738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1890;p36"/>
            <p:cNvSpPr/>
            <p:nvPr/>
          </p:nvSpPr>
          <p:spPr>
            <a:xfrm>
              <a:off x="143028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1891;p36"/>
            <p:cNvSpPr/>
            <p:nvPr/>
          </p:nvSpPr>
          <p:spPr>
            <a:xfrm>
              <a:off x="16275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1892;p36"/>
            <p:cNvSpPr/>
            <p:nvPr/>
          </p:nvSpPr>
          <p:spPr>
            <a:xfrm>
              <a:off x="162756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7" h="13391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1893;p36"/>
            <p:cNvSpPr/>
            <p:nvPr/>
          </p:nvSpPr>
          <p:spPr>
            <a:xfrm>
              <a:off x="162756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1894;p36"/>
            <p:cNvSpPr/>
            <p:nvPr/>
          </p:nvSpPr>
          <p:spPr>
            <a:xfrm>
              <a:off x="1622160" y="3895200"/>
              <a:ext cx="364680" cy="244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244440"/>
                <a:gd name="textAreaBottom" fmla="*/ 244800 h 244440"/>
              </a:gdLst>
              <a:ahLst/>
              <a:cxnLst/>
              <a:rect l="textAreaLeft" t="textAreaTop" r="textAreaRight" b="textAreaBottom"/>
              <a:pathLst>
                <a:path w="22058" h="14083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1895;p36"/>
            <p:cNvSpPr/>
            <p:nvPr/>
          </p:nvSpPr>
          <p:spPr>
            <a:xfrm>
              <a:off x="202680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1896;p36"/>
            <p:cNvSpPr/>
            <p:nvPr/>
          </p:nvSpPr>
          <p:spPr>
            <a:xfrm>
              <a:off x="202680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1897;p36"/>
            <p:cNvSpPr/>
            <p:nvPr/>
          </p:nvSpPr>
          <p:spPr>
            <a:xfrm>
              <a:off x="1940040" y="2957760"/>
              <a:ext cx="89280" cy="17316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5413" h="9971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1898;p36"/>
            <p:cNvSpPr/>
            <p:nvPr/>
          </p:nvSpPr>
          <p:spPr>
            <a:xfrm>
              <a:off x="1422360" y="2669400"/>
              <a:ext cx="573480" cy="777600"/>
            </a:xfrm>
            <a:custGeom>
              <a:avLst/>
              <a:gdLst>
                <a:gd name="textAreaLeft" fmla="*/ 0 w 573480"/>
                <a:gd name="textAreaRight" fmla="*/ 573840 w 57348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34674" h="44747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1899;p36"/>
            <p:cNvSpPr/>
            <p:nvPr/>
          </p:nvSpPr>
          <p:spPr>
            <a:xfrm>
              <a:off x="1449000" y="2692440"/>
              <a:ext cx="419040" cy="6937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25356" h="39925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1900;p36"/>
            <p:cNvSpPr/>
            <p:nvPr/>
          </p:nvSpPr>
          <p:spPr>
            <a:xfrm>
              <a:off x="1785240" y="2770200"/>
              <a:ext cx="200880" cy="122760"/>
            </a:xfrm>
            <a:custGeom>
              <a:avLst/>
              <a:gdLst>
                <a:gd name="textAreaLeft" fmla="*/ 0 w 200880"/>
                <a:gd name="textAreaRight" fmla="*/ 201240 w 20088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2170" h="7082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1901;p36"/>
            <p:cNvSpPr/>
            <p:nvPr/>
          </p:nvSpPr>
          <p:spPr>
            <a:xfrm>
              <a:off x="1416960" y="2663280"/>
              <a:ext cx="580680" cy="78984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789840"/>
                <a:gd name="textAreaBottom" fmla="*/ 790200 h 789840"/>
              </a:gdLst>
              <a:ahLst/>
              <a:cxnLst/>
              <a:rect l="textAreaLeft" t="textAreaTop" r="textAreaRight" b="textAreaBottom"/>
              <a:pathLst>
                <a:path w="35123" h="45446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1902;p36"/>
            <p:cNvSpPr/>
            <p:nvPr/>
          </p:nvSpPr>
          <p:spPr>
            <a:xfrm>
              <a:off x="1439640" y="2552400"/>
              <a:ext cx="687960" cy="627840"/>
            </a:xfrm>
            <a:custGeom>
              <a:avLst/>
              <a:gdLst>
                <a:gd name="textAreaLeft" fmla="*/ 0 w 687960"/>
                <a:gd name="textAreaRight" fmla="*/ 688320 w 687960"/>
                <a:gd name="textAreaTop" fmla="*/ 0 h 627840"/>
                <a:gd name="textAreaBottom" fmla="*/ 628200 h 627840"/>
              </a:gdLst>
              <a:ahLst/>
              <a:cxnLst/>
              <a:rect l="textAreaLeft" t="textAreaTop" r="textAreaRight" b="textAreaBottom"/>
              <a:pathLst>
                <a:path w="41593" h="36125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1903;p36"/>
            <p:cNvSpPr/>
            <p:nvPr/>
          </p:nvSpPr>
          <p:spPr>
            <a:xfrm>
              <a:off x="1451880" y="2546640"/>
              <a:ext cx="659520" cy="639360"/>
            </a:xfrm>
            <a:custGeom>
              <a:avLst/>
              <a:gdLst>
                <a:gd name="textAreaLeft" fmla="*/ 0 w 659520"/>
                <a:gd name="textAreaRight" fmla="*/ 659880 w 659520"/>
                <a:gd name="textAreaTop" fmla="*/ 0 h 639360"/>
                <a:gd name="textAreaBottom" fmla="*/ 639720 h 639360"/>
              </a:gdLst>
              <a:ahLst/>
              <a:cxnLst/>
              <a:rect l="textAreaLeft" t="textAreaTop" r="textAreaRight" b="textAreaBottom"/>
              <a:pathLst>
                <a:path w="39884" h="36792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1904;p36"/>
            <p:cNvSpPr/>
            <p:nvPr/>
          </p:nvSpPr>
          <p:spPr>
            <a:xfrm>
              <a:off x="1551600" y="3013920"/>
              <a:ext cx="38880" cy="360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2362" h="210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1905;p36"/>
            <p:cNvSpPr/>
            <p:nvPr/>
          </p:nvSpPr>
          <p:spPr>
            <a:xfrm>
              <a:off x="1608120" y="2719080"/>
              <a:ext cx="481320" cy="241920"/>
            </a:xfrm>
            <a:custGeom>
              <a:avLst/>
              <a:gdLst>
                <a:gd name="textAreaLeft" fmla="*/ 0 w 481320"/>
                <a:gd name="textAreaRight" fmla="*/ 481680 w 481320"/>
                <a:gd name="textAreaTop" fmla="*/ 0 h 241920"/>
                <a:gd name="textAreaBottom" fmla="*/ 242280 h 241920"/>
              </a:gdLst>
              <a:ahLst/>
              <a:cxnLst/>
              <a:rect l="textAreaLeft" t="textAreaTop" r="textAreaRight" b="textAreaBottom"/>
              <a:pathLst>
                <a:path w="29099" h="1392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1906;p36"/>
            <p:cNvSpPr/>
            <p:nvPr/>
          </p:nvSpPr>
          <p:spPr>
            <a:xfrm>
              <a:off x="1598760" y="2832840"/>
              <a:ext cx="236880" cy="277920"/>
            </a:xfrm>
            <a:custGeom>
              <a:avLst/>
              <a:gdLst>
                <a:gd name="textAreaLeft" fmla="*/ 0 w 236880"/>
                <a:gd name="textAreaRight" fmla="*/ 237240 w 23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14327" h="16012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1907;p36"/>
            <p:cNvSpPr/>
            <p:nvPr/>
          </p:nvSpPr>
          <p:spPr>
            <a:xfrm>
              <a:off x="1703160" y="2985120"/>
              <a:ext cx="322200" cy="4572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9495" h="2653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908;p36"/>
            <p:cNvSpPr/>
            <p:nvPr/>
          </p:nvSpPr>
          <p:spPr>
            <a:xfrm>
              <a:off x="1650600" y="2927520"/>
              <a:ext cx="106200" cy="2181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6431" h="12565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909;p36"/>
            <p:cNvSpPr/>
            <p:nvPr/>
          </p:nvSpPr>
          <p:spPr>
            <a:xfrm>
              <a:off x="1649880" y="2921400"/>
              <a:ext cx="108000" cy="23040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53" h="13268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910;p36"/>
            <p:cNvSpPr/>
            <p:nvPr/>
          </p:nvSpPr>
          <p:spPr>
            <a:xfrm>
              <a:off x="889560" y="4812840"/>
              <a:ext cx="1654920" cy="323640"/>
            </a:xfrm>
            <a:custGeom>
              <a:avLst/>
              <a:gdLst>
                <a:gd name="textAreaLeft" fmla="*/ 0 w 1654920"/>
                <a:gd name="textAreaRight" fmla="*/ 1655280 w 165492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00035" h="1864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911;p36"/>
            <p:cNvSpPr/>
            <p:nvPr/>
          </p:nvSpPr>
          <p:spPr>
            <a:xfrm>
              <a:off x="884160" y="4807080"/>
              <a:ext cx="1666440" cy="335880"/>
            </a:xfrm>
            <a:custGeom>
              <a:avLst/>
              <a:gdLst>
                <a:gd name="textAreaLeft" fmla="*/ 0 w 1666440"/>
                <a:gd name="textAreaRight" fmla="*/ 1666800 w 1666440"/>
                <a:gd name="textAreaTop" fmla="*/ 0 h 335880"/>
                <a:gd name="textAreaBottom" fmla="*/ 336240 h 335880"/>
              </a:gdLst>
              <a:ahLst/>
              <a:cxnLst/>
              <a:rect l="textAreaLeft" t="textAreaTop" r="textAreaRight" b="textAreaBottom"/>
              <a:pathLst>
                <a:path w="100726" h="19332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1912;p36"/>
            <p:cNvSpPr/>
            <p:nvPr/>
          </p:nvSpPr>
          <p:spPr>
            <a:xfrm>
              <a:off x="897480" y="3344760"/>
              <a:ext cx="930240" cy="1627920"/>
            </a:xfrm>
            <a:custGeom>
              <a:avLst/>
              <a:gdLst>
                <a:gd name="textAreaLeft" fmla="*/ 0 w 930240"/>
                <a:gd name="textAreaRight" fmla="*/ 930600 w 930240"/>
                <a:gd name="textAreaTop" fmla="*/ 0 h 1627920"/>
                <a:gd name="textAreaBottom" fmla="*/ 1628280 h 1627920"/>
              </a:gdLst>
              <a:ahLst/>
              <a:cxnLst/>
              <a:rect l="textAreaLeft" t="textAreaTop" r="textAreaRight" b="textAreaBottom"/>
              <a:pathLst>
                <a:path w="56244" h="9366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1913;p36"/>
            <p:cNvSpPr/>
            <p:nvPr/>
          </p:nvSpPr>
          <p:spPr>
            <a:xfrm>
              <a:off x="919800" y="3372120"/>
              <a:ext cx="836640" cy="1594440"/>
            </a:xfrm>
            <a:custGeom>
              <a:avLst/>
              <a:gdLst>
                <a:gd name="textAreaLeft" fmla="*/ 0 w 836640"/>
                <a:gd name="textAreaRight" fmla="*/ 837000 w 836640"/>
                <a:gd name="textAreaTop" fmla="*/ 0 h 1594440"/>
                <a:gd name="textAreaBottom" fmla="*/ 1594800 h 1594440"/>
              </a:gdLst>
              <a:ahLst/>
              <a:cxnLst/>
              <a:rect l="textAreaLeft" t="textAreaTop" r="textAreaRight" b="textAreaBottom"/>
              <a:pathLst>
                <a:path w="50587" h="91733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1914;p36"/>
            <p:cNvSpPr/>
            <p:nvPr/>
          </p:nvSpPr>
          <p:spPr>
            <a:xfrm>
              <a:off x="1204200" y="3812400"/>
              <a:ext cx="124920" cy="3434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7570" h="19769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915;p36"/>
            <p:cNvSpPr/>
            <p:nvPr/>
          </p:nvSpPr>
          <p:spPr>
            <a:xfrm>
              <a:off x="1482840" y="4151520"/>
              <a:ext cx="131760" cy="14040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7978" h="8104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916;p36"/>
            <p:cNvSpPr/>
            <p:nvPr/>
          </p:nvSpPr>
          <p:spPr>
            <a:xfrm>
              <a:off x="1402560" y="4298040"/>
              <a:ext cx="221760" cy="3492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3431" h="202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917;p36"/>
            <p:cNvSpPr/>
            <p:nvPr/>
          </p:nvSpPr>
          <p:spPr>
            <a:xfrm>
              <a:off x="1369800" y="4730760"/>
              <a:ext cx="318240" cy="24552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9251" h="14145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918;p36"/>
            <p:cNvSpPr/>
            <p:nvPr/>
          </p:nvSpPr>
          <p:spPr>
            <a:xfrm>
              <a:off x="908280" y="3338640"/>
              <a:ext cx="916920" cy="1640160"/>
            </a:xfrm>
            <a:custGeom>
              <a:avLst/>
              <a:gdLst>
                <a:gd name="textAreaLeft" fmla="*/ 0 w 916920"/>
                <a:gd name="textAreaRight" fmla="*/ 917280 w 916920"/>
                <a:gd name="textAreaTop" fmla="*/ 0 h 1640160"/>
                <a:gd name="textAreaBottom" fmla="*/ 1640520 h 1640160"/>
              </a:gdLst>
              <a:ahLst/>
              <a:cxnLst/>
              <a:rect l="textAreaLeft" t="textAreaTop" r="textAreaRight" b="textAreaBottom"/>
              <a:pathLst>
                <a:path w="55430" h="94354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919;p36"/>
            <p:cNvSpPr/>
            <p:nvPr/>
          </p:nvSpPr>
          <p:spPr>
            <a:xfrm>
              <a:off x="1320480" y="3265560"/>
              <a:ext cx="479160" cy="327240"/>
            </a:xfrm>
            <a:custGeom>
              <a:avLst/>
              <a:gdLst>
                <a:gd name="textAreaLeft" fmla="*/ 0 w 479160"/>
                <a:gd name="textAreaRight" fmla="*/ 479520 w 479160"/>
                <a:gd name="textAreaTop" fmla="*/ 0 h 327240"/>
                <a:gd name="textAreaBottom" fmla="*/ 327600 h 327240"/>
              </a:gdLst>
              <a:ahLst/>
              <a:cxnLst/>
              <a:rect l="textAreaLeft" t="textAreaTop" r="textAreaRight" b="textAreaBottom"/>
              <a:pathLst>
                <a:path w="28978" h="1884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920;p36"/>
            <p:cNvSpPr/>
            <p:nvPr/>
          </p:nvSpPr>
          <p:spPr>
            <a:xfrm>
              <a:off x="1320480" y="3265560"/>
              <a:ext cx="351720" cy="218880"/>
            </a:xfrm>
            <a:custGeom>
              <a:avLst/>
              <a:gdLst>
                <a:gd name="textAreaLeft" fmla="*/ 0 w 351720"/>
                <a:gd name="textAreaRight" fmla="*/ 352080 w 35172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21286" h="12617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921;p36"/>
            <p:cNvSpPr/>
            <p:nvPr/>
          </p:nvSpPr>
          <p:spPr>
            <a:xfrm>
              <a:off x="1314360" y="3259800"/>
              <a:ext cx="491400" cy="339120"/>
            </a:xfrm>
            <a:custGeom>
              <a:avLst/>
              <a:gdLst>
                <a:gd name="textAreaLeft" fmla="*/ 0 w 491400"/>
                <a:gd name="textAreaRight" fmla="*/ 491760 w 491400"/>
                <a:gd name="textAreaTop" fmla="*/ 0 h 339120"/>
                <a:gd name="textAreaBottom" fmla="*/ 339480 h 339120"/>
              </a:gdLst>
              <a:ahLst/>
              <a:cxnLst/>
              <a:rect l="textAreaLeft" t="textAreaTop" r="textAreaRight" b="textAreaBottom"/>
              <a:pathLst>
                <a:path w="29710" h="19522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922;p36"/>
            <p:cNvSpPr/>
            <p:nvPr/>
          </p:nvSpPr>
          <p:spPr>
            <a:xfrm>
              <a:off x="2395440" y="4354560"/>
              <a:ext cx="444960" cy="326880"/>
            </a:xfrm>
            <a:custGeom>
              <a:avLst/>
              <a:gdLst>
                <a:gd name="textAreaLeft" fmla="*/ 0 w 444960"/>
                <a:gd name="textAreaRight" fmla="*/ 445320 w 4449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26902" h="18817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923;p36"/>
            <p:cNvSpPr/>
            <p:nvPr/>
          </p:nvSpPr>
          <p:spPr>
            <a:xfrm>
              <a:off x="2390040" y="4349160"/>
              <a:ext cx="446040" cy="33768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337680"/>
                <a:gd name="textAreaBottom" fmla="*/ 338040 h 337680"/>
              </a:gdLst>
              <a:ahLst/>
              <a:cxnLst/>
              <a:rect l="textAreaLeft" t="textAreaTop" r="textAreaRight" b="textAreaBottom"/>
              <a:pathLst>
                <a:path w="26983" h="19454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924;p36"/>
            <p:cNvSpPr/>
            <p:nvPr/>
          </p:nvSpPr>
          <p:spPr>
            <a:xfrm>
              <a:off x="2625480" y="4393080"/>
              <a:ext cx="140400" cy="7056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8507" h="4071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925;p36"/>
            <p:cNvSpPr/>
            <p:nvPr/>
          </p:nvSpPr>
          <p:spPr>
            <a:xfrm>
              <a:off x="2558160" y="4397400"/>
              <a:ext cx="51480" cy="3852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3134" h="224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926;p36"/>
            <p:cNvSpPr/>
            <p:nvPr/>
          </p:nvSpPr>
          <p:spPr>
            <a:xfrm>
              <a:off x="1913040" y="4345920"/>
              <a:ext cx="390600" cy="248400"/>
            </a:xfrm>
            <a:custGeom>
              <a:avLst/>
              <a:gdLst>
                <a:gd name="textAreaLeft" fmla="*/ 0 w 390600"/>
                <a:gd name="textAreaRight" fmla="*/ 390960 w 39060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23625" h="1431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927;p36"/>
            <p:cNvSpPr/>
            <p:nvPr/>
          </p:nvSpPr>
          <p:spPr>
            <a:xfrm>
              <a:off x="1915920" y="4340160"/>
              <a:ext cx="383400" cy="25992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23198" h="14977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928;p36"/>
            <p:cNvSpPr/>
            <p:nvPr/>
          </p:nvSpPr>
          <p:spPr>
            <a:xfrm>
              <a:off x="2120040" y="4376880"/>
              <a:ext cx="73080" cy="478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4437" h="2769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929;p36"/>
            <p:cNvSpPr/>
            <p:nvPr/>
          </p:nvSpPr>
          <p:spPr>
            <a:xfrm>
              <a:off x="2065320" y="4358520"/>
              <a:ext cx="56160" cy="4320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3420" h="2504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930;p36"/>
            <p:cNvSpPr/>
            <p:nvPr/>
          </p:nvSpPr>
          <p:spPr>
            <a:xfrm>
              <a:off x="1517760" y="3611520"/>
              <a:ext cx="1005120" cy="142812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428120"/>
                <a:gd name="textAreaBottom" fmla="*/ 1428480 h 1428120"/>
              </a:gdLst>
              <a:ahLst/>
              <a:cxnLst/>
              <a:rect l="textAreaLeft" t="textAreaTop" r="textAreaRight" b="textAreaBottom"/>
              <a:pathLst>
                <a:path w="60761" h="82176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931;p36"/>
            <p:cNvSpPr/>
            <p:nvPr/>
          </p:nvSpPr>
          <p:spPr>
            <a:xfrm>
              <a:off x="1530000" y="3647520"/>
              <a:ext cx="986400" cy="1392120"/>
            </a:xfrm>
            <a:custGeom>
              <a:avLst/>
              <a:gdLst>
                <a:gd name="textAreaLeft" fmla="*/ 0 w 986400"/>
                <a:gd name="textAreaRight" fmla="*/ 986760 w 986400"/>
                <a:gd name="textAreaTop" fmla="*/ 0 h 1392120"/>
                <a:gd name="textAreaBottom" fmla="*/ 1392480 h 1392120"/>
              </a:gdLst>
              <a:ahLst/>
              <a:cxnLst/>
              <a:rect l="textAreaLeft" t="textAreaTop" r="textAreaRight" b="textAreaBottom"/>
              <a:pathLst>
                <a:path w="59622" h="80093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932;p36"/>
            <p:cNvSpPr/>
            <p:nvPr/>
          </p:nvSpPr>
          <p:spPr>
            <a:xfrm>
              <a:off x="1524600" y="3605400"/>
              <a:ext cx="994320" cy="1440360"/>
            </a:xfrm>
            <a:custGeom>
              <a:avLst/>
              <a:gdLst>
                <a:gd name="textAreaLeft" fmla="*/ 0 w 994320"/>
                <a:gd name="textAreaRight" fmla="*/ 994680 w 994320"/>
                <a:gd name="textAreaTop" fmla="*/ 0 h 1440360"/>
                <a:gd name="textAreaBottom" fmla="*/ 1440720 h 1440360"/>
              </a:gdLst>
              <a:ahLst/>
              <a:cxnLst/>
              <a:rect l="textAreaLeft" t="textAreaTop" r="textAreaRight" b="textAreaBottom"/>
              <a:pathLst>
                <a:path w="60110" h="82881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933;p36"/>
            <p:cNvSpPr/>
            <p:nvPr/>
          </p:nvSpPr>
          <p:spPr>
            <a:xfrm>
              <a:off x="2356920" y="4566240"/>
              <a:ext cx="115560" cy="16200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7001" h="9329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934;p36"/>
            <p:cNvSpPr/>
            <p:nvPr/>
          </p:nvSpPr>
          <p:spPr>
            <a:xfrm>
              <a:off x="485640" y="3294000"/>
              <a:ext cx="868320" cy="1842120"/>
            </a:xfrm>
            <a:custGeom>
              <a:avLst/>
              <a:gdLst>
                <a:gd name="textAreaLeft" fmla="*/ 0 w 868320"/>
                <a:gd name="textAreaRight" fmla="*/ 868680 w 868320"/>
                <a:gd name="textAreaTop" fmla="*/ 0 h 1842120"/>
                <a:gd name="textAreaBottom" fmla="*/ 1842480 h 1842120"/>
              </a:gdLst>
              <a:ahLst/>
              <a:cxnLst/>
              <a:rect l="textAreaLeft" t="textAreaTop" r="textAreaRight" b="textAreaBottom"/>
              <a:pathLst>
                <a:path w="52500" h="105991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935;p36"/>
            <p:cNvSpPr/>
            <p:nvPr/>
          </p:nvSpPr>
          <p:spPr>
            <a:xfrm>
              <a:off x="479520" y="3288600"/>
              <a:ext cx="880560" cy="1854000"/>
            </a:xfrm>
            <a:custGeom>
              <a:avLst/>
              <a:gdLst>
                <a:gd name="textAreaLeft" fmla="*/ 0 w 880560"/>
                <a:gd name="textAreaRight" fmla="*/ 880920 w 880560"/>
                <a:gd name="textAreaTop" fmla="*/ 0 h 1854000"/>
                <a:gd name="textAreaBottom" fmla="*/ 1854360 h 1854000"/>
              </a:gdLst>
              <a:ahLst/>
              <a:cxnLst/>
              <a:rect l="textAreaLeft" t="textAreaTop" r="textAreaRight" b="textAreaBottom"/>
              <a:pathLst>
                <a:path w="53232" h="106668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936;p36"/>
            <p:cNvSpPr/>
            <p:nvPr/>
          </p:nvSpPr>
          <p:spPr>
            <a:xfrm>
              <a:off x="154080" y="3270600"/>
              <a:ext cx="1149840" cy="1865880"/>
            </a:xfrm>
            <a:custGeom>
              <a:avLst/>
              <a:gdLst>
                <a:gd name="textAreaLeft" fmla="*/ 0 w 1149840"/>
                <a:gd name="textAreaRight" fmla="*/ 1150200 w 1149840"/>
                <a:gd name="textAreaTop" fmla="*/ 0 h 1865880"/>
                <a:gd name="textAreaBottom" fmla="*/ 1866240 h 1865880"/>
              </a:gdLst>
              <a:ahLst/>
              <a:cxnLst/>
              <a:rect l="textAreaLeft" t="textAreaTop" r="textAreaRight" b="textAreaBottom"/>
              <a:pathLst>
                <a:path w="69512" h="107351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1937;p36"/>
            <p:cNvSpPr/>
            <p:nvPr/>
          </p:nvSpPr>
          <p:spPr>
            <a:xfrm>
              <a:off x="150840" y="3264840"/>
              <a:ext cx="1158480" cy="1878120"/>
            </a:xfrm>
            <a:custGeom>
              <a:avLst/>
              <a:gdLst>
                <a:gd name="textAreaLeft" fmla="*/ 0 w 1158480"/>
                <a:gd name="textAreaRight" fmla="*/ 1158840 w 1158480"/>
                <a:gd name="textAreaTop" fmla="*/ 0 h 1878120"/>
                <a:gd name="textAreaBottom" fmla="*/ 1878480 h 1878120"/>
              </a:gdLst>
              <a:ahLst/>
              <a:cxnLst/>
              <a:rect l="textAreaLeft" t="textAreaTop" r="textAreaRight" b="textAreaBottom"/>
              <a:pathLst>
                <a:path w="70040" h="108052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938;p36"/>
            <p:cNvSpPr/>
            <p:nvPr/>
          </p:nvSpPr>
          <p:spPr>
            <a:xfrm>
              <a:off x="519120" y="5136840"/>
              <a:ext cx="4047120" cy="360"/>
            </a:xfrm>
            <a:custGeom>
              <a:avLst/>
              <a:gdLst>
                <a:gd name="textAreaLeft" fmla="*/ 0 w 4047120"/>
                <a:gd name="textAreaRight" fmla="*/ 4047480 w 40471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44590" h="1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939;p36"/>
            <p:cNvSpPr/>
            <p:nvPr/>
          </p:nvSpPr>
          <p:spPr>
            <a:xfrm>
              <a:off x="513000" y="5131080"/>
              <a:ext cx="4058280" cy="11520"/>
            </a:xfrm>
            <a:custGeom>
              <a:avLst/>
              <a:gdLst>
                <a:gd name="textAreaLeft" fmla="*/ 0 w 4058280"/>
                <a:gd name="textAreaRight" fmla="*/ 4058640 w 4058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45282" h="693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4694400" y="1786010"/>
            <a:ext cx="4500563" cy="24158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000" dirty="0">
                <a:solidFill>
                  <a:schemeClr val="dk2"/>
                </a:solidFill>
                <a:latin typeface="Fjalla One"/>
              </a:rPr>
              <a:t>Building a Professional Online Identity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	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</a:br>
            <a:endParaRPr lang="fr-FR" sz="4000" dirty="0">
              <a:solidFill>
                <a:schemeClr val="dk2"/>
              </a:solidFill>
              <a:latin typeface="Fjalla One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ubTitle"/>
          </p:nvPr>
        </p:nvSpPr>
        <p:spPr>
          <a:xfrm>
            <a:off x="5790960" y="3550759"/>
            <a:ext cx="2342925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Dr.Esraa Ferwana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2C6B72-DB89-410F-9D55-83853CB2A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1166526"/>
            <a:ext cx="40147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is a Professional Online Identity?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06E6F9-1667-48E9-87F7-13311B2DBFEF}"/>
              </a:ext>
            </a:extLst>
          </p:cNvPr>
          <p:cNvSpPr txBox="1"/>
          <p:nvPr/>
        </p:nvSpPr>
        <p:spPr>
          <a:xfrm>
            <a:off x="1378744" y="158582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It is the professional image people see when they search for you online.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C3974651-D19F-426E-B23F-EFD11E8FA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574" y="1288982"/>
            <a:ext cx="384810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Why It Matters</a:t>
            </a:r>
            <a:endParaRPr lang="en-US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It builds trust.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It shows your skills.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It helps recruiters and clients find you.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It opens remote work opportunities.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044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1534187" y="802857"/>
            <a:ext cx="3037813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/>
            <a:r>
              <a:rPr lang="en-US" sz="2400" b="0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Main Pillars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381855-CE87-4053-9E6E-6188AD846FE5}"/>
              </a:ext>
            </a:extLst>
          </p:cNvPr>
          <p:cNvSpPr txBox="1"/>
          <p:nvPr/>
        </p:nvSpPr>
        <p:spPr>
          <a:xfrm>
            <a:off x="1764506" y="1638496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LinkedIn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GitHub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Portfolio website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Professional bio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Consistent branding</a:t>
            </a:r>
          </a:p>
        </p:txBody>
      </p:sp>
    </p:spTree>
    <p:extLst>
      <p:ext uri="{BB962C8B-B14F-4D97-AF65-F5344CB8AC3E}">
        <p14:creationId xmlns:p14="http://schemas.microsoft.com/office/powerpoint/2010/main" val="279341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9015E-10BE-49E9-BFEB-F873AAE75FDD}"/>
              </a:ext>
            </a:extLst>
          </p:cNvPr>
          <p:cNvSpPr txBox="1"/>
          <p:nvPr/>
        </p:nvSpPr>
        <p:spPr>
          <a:xfrm>
            <a:off x="1680567" y="1061918"/>
            <a:ext cx="17698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LinkedIn</a:t>
            </a:r>
            <a:endParaRPr lang="en-US" sz="2200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2317F-2CD4-4E4F-BA4D-74E99DC143C5}"/>
              </a:ext>
            </a:extLst>
          </p:cNvPr>
          <p:cNvSpPr txBox="1"/>
          <p:nvPr/>
        </p:nvSpPr>
        <p:spPr>
          <a:xfrm>
            <a:off x="907256" y="1585674"/>
            <a:ext cx="5391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dirty="0"/>
              <a:t> </a:t>
            </a:r>
            <a:r>
              <a:rPr lang="en-US" dirty="0"/>
              <a:t>LinkedIn is your professional front door</a:t>
            </a:r>
            <a:r>
              <a:rPr lang="ar-S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</a:t>
            </a:r>
            <a:r>
              <a:rPr lang="ar-SA" dirty="0"/>
              <a:t> </a:t>
            </a:r>
            <a:r>
              <a:rPr lang="en-US" dirty="0"/>
              <a:t>your education, skills, and projects.</a:t>
            </a:r>
            <a:endParaRPr lang="ar-S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you connect with recruiters and </a:t>
            </a:r>
            <a:r>
              <a:rPr lang="ar-SA" dirty="0"/>
              <a:t>     </a:t>
            </a:r>
            <a:r>
              <a:rPr lang="en-US" dirty="0"/>
              <a:t>professionals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1206E-344C-40B8-A541-24EAFEE520A8}"/>
              </a:ext>
            </a:extLst>
          </p:cNvPr>
          <p:cNvSpPr txBox="1"/>
          <p:nvPr/>
        </p:nvSpPr>
        <p:spPr>
          <a:xfrm>
            <a:off x="1544837" y="1492805"/>
            <a:ext cx="45755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 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What to include in LinkedIn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Professional photo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Clear headline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Strong About section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Skills and certifications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Projects and experience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Regular activity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9015E-10BE-49E9-BFEB-F873AAE75FDD}"/>
              </a:ext>
            </a:extLst>
          </p:cNvPr>
          <p:cNvSpPr txBox="1"/>
          <p:nvPr/>
        </p:nvSpPr>
        <p:spPr>
          <a:xfrm>
            <a:off x="1680567" y="1061918"/>
            <a:ext cx="17698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LinkedIn</a:t>
            </a:r>
            <a:endParaRPr lang="en-US" sz="2200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429463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9015E-10BE-49E9-BFEB-F873AAE75FDD}"/>
              </a:ext>
            </a:extLst>
          </p:cNvPr>
          <p:cNvSpPr txBox="1"/>
          <p:nvPr/>
        </p:nvSpPr>
        <p:spPr>
          <a:xfrm>
            <a:off x="1139043" y="1169268"/>
            <a:ext cx="176986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GitHub</a:t>
            </a:r>
          </a:p>
          <a:p>
            <a:pPr algn="l"/>
            <a:endParaRPr lang="en-US" sz="2200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2317F-2CD4-4E4F-BA4D-74E99DC143C5}"/>
              </a:ext>
            </a:extLst>
          </p:cNvPr>
          <p:cNvSpPr txBox="1"/>
          <p:nvPr/>
        </p:nvSpPr>
        <p:spPr>
          <a:xfrm>
            <a:off x="1127049" y="1707118"/>
            <a:ext cx="5391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GitHub is proof of technical skill.</a:t>
            </a:r>
          </a:p>
        </p:txBody>
      </p:sp>
    </p:spTree>
    <p:extLst>
      <p:ext uri="{BB962C8B-B14F-4D97-AF65-F5344CB8AC3E}">
        <p14:creationId xmlns:p14="http://schemas.microsoft.com/office/powerpoint/2010/main" val="3197366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1206E-344C-40B8-A541-24EAFEE520A8}"/>
              </a:ext>
            </a:extLst>
          </p:cNvPr>
          <p:cNvSpPr txBox="1"/>
          <p:nvPr/>
        </p:nvSpPr>
        <p:spPr>
          <a:xfrm>
            <a:off x="1551980" y="1492805"/>
            <a:ext cx="45755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 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What makes GitHub strong?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Clean repositories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Clear project titles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Helpful README files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Pinned best projects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Regular updates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9015E-10BE-49E9-BFEB-F873AAE75FDD}"/>
              </a:ext>
            </a:extLst>
          </p:cNvPr>
          <p:cNvSpPr txBox="1"/>
          <p:nvPr/>
        </p:nvSpPr>
        <p:spPr>
          <a:xfrm>
            <a:off x="1680567" y="1061918"/>
            <a:ext cx="1769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GitHub</a:t>
            </a:r>
            <a:endParaRPr lang="en-US" sz="2200" b="1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544249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9015E-10BE-49E9-BFEB-F873AAE75FDD}"/>
              </a:ext>
            </a:extLst>
          </p:cNvPr>
          <p:cNvSpPr txBox="1"/>
          <p:nvPr/>
        </p:nvSpPr>
        <p:spPr>
          <a:xfrm>
            <a:off x="1139043" y="1169268"/>
            <a:ext cx="296147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Portfolio website</a:t>
            </a:r>
          </a:p>
          <a:p>
            <a:pPr algn="l"/>
            <a:endParaRPr lang="en-US" sz="2200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2317F-2CD4-4E4F-BA4D-74E99DC143C5}"/>
              </a:ext>
            </a:extLst>
          </p:cNvPr>
          <p:cNvSpPr txBox="1"/>
          <p:nvPr/>
        </p:nvSpPr>
        <p:spPr>
          <a:xfrm>
            <a:off x="1127049" y="1707118"/>
            <a:ext cx="5391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 Portfolio website is your central hub.</a:t>
            </a:r>
          </a:p>
        </p:txBody>
      </p:sp>
    </p:spTree>
    <p:extLst>
      <p:ext uri="{BB962C8B-B14F-4D97-AF65-F5344CB8AC3E}">
        <p14:creationId xmlns:p14="http://schemas.microsoft.com/office/powerpoint/2010/main" val="85635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1206E-344C-40B8-A541-24EAFEE520A8}"/>
              </a:ext>
            </a:extLst>
          </p:cNvPr>
          <p:cNvSpPr txBox="1"/>
          <p:nvPr/>
        </p:nvSpPr>
        <p:spPr>
          <a:xfrm>
            <a:off x="1551980" y="1492805"/>
            <a:ext cx="45755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  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What to include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pplxSerif"/>
              </a:rPr>
              <a:t> ?</a:t>
            </a:r>
            <a:endParaRPr lang="en-US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Short bio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Main skills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Selected projects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Tools and technologies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Contact links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9015E-10BE-49E9-BFEB-F873AAE75FDD}"/>
              </a:ext>
            </a:extLst>
          </p:cNvPr>
          <p:cNvSpPr txBox="1"/>
          <p:nvPr/>
        </p:nvSpPr>
        <p:spPr>
          <a:xfrm>
            <a:off x="1680567" y="1061918"/>
            <a:ext cx="2634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Portfolio website</a:t>
            </a:r>
          </a:p>
        </p:txBody>
      </p:sp>
    </p:spTree>
    <p:extLst>
      <p:ext uri="{BB962C8B-B14F-4D97-AF65-F5344CB8AC3E}">
        <p14:creationId xmlns:p14="http://schemas.microsoft.com/office/powerpoint/2010/main" val="1882407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9015E-10BE-49E9-BFEB-F873AAE75FDD}"/>
              </a:ext>
            </a:extLst>
          </p:cNvPr>
          <p:cNvSpPr txBox="1"/>
          <p:nvPr/>
        </p:nvSpPr>
        <p:spPr>
          <a:xfrm>
            <a:off x="1139043" y="1169268"/>
            <a:ext cx="296147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Professional bio</a:t>
            </a:r>
          </a:p>
          <a:p>
            <a:pPr algn="l"/>
            <a:endParaRPr lang="en-US" sz="2200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2317F-2CD4-4E4F-BA4D-74E99DC143C5}"/>
              </a:ext>
            </a:extLst>
          </p:cNvPr>
          <p:cNvSpPr txBox="1"/>
          <p:nvPr/>
        </p:nvSpPr>
        <p:spPr>
          <a:xfrm>
            <a:off x="1127049" y="1707118"/>
            <a:ext cx="53917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A professional bio should answer: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Who are you?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What do you study?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What are you good at?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What kind of work do you want</a:t>
            </a:r>
          </a:p>
        </p:txBody>
      </p:sp>
    </p:spTree>
    <p:extLst>
      <p:ext uri="{BB962C8B-B14F-4D97-AF65-F5344CB8AC3E}">
        <p14:creationId xmlns:p14="http://schemas.microsoft.com/office/powerpoint/2010/main" val="4259533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1206E-344C-40B8-A541-24EAFEE520A8}"/>
              </a:ext>
            </a:extLst>
          </p:cNvPr>
          <p:cNvSpPr txBox="1"/>
          <p:nvPr/>
        </p:nvSpPr>
        <p:spPr>
          <a:xfrm>
            <a:off x="1544836" y="1523583"/>
            <a:ext cx="45755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  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Consistency across platforms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Same name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Same photo style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Same field of interest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Same professional message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9015E-10BE-49E9-BFEB-F873AAE75FDD}"/>
              </a:ext>
            </a:extLst>
          </p:cNvPr>
          <p:cNvSpPr txBox="1"/>
          <p:nvPr/>
        </p:nvSpPr>
        <p:spPr>
          <a:xfrm>
            <a:off x="1680567" y="1061918"/>
            <a:ext cx="2634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Consistency</a:t>
            </a:r>
          </a:p>
        </p:txBody>
      </p:sp>
    </p:spTree>
    <p:extLst>
      <p:ext uri="{BB962C8B-B14F-4D97-AF65-F5344CB8AC3E}">
        <p14:creationId xmlns:p14="http://schemas.microsoft.com/office/powerpoint/2010/main" val="346318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1206E-344C-40B8-A541-24EAFEE520A8}"/>
              </a:ext>
            </a:extLst>
          </p:cNvPr>
          <p:cNvSpPr txBox="1"/>
          <p:nvPr/>
        </p:nvSpPr>
        <p:spPr>
          <a:xfrm>
            <a:off x="1544836" y="1523583"/>
            <a:ext cx="45755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Weak headline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No profile photo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Empty GitHub repositories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No project explanation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No portfolio website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Inconsistent presence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9015E-10BE-49E9-BFEB-F873AAE75FDD}"/>
              </a:ext>
            </a:extLst>
          </p:cNvPr>
          <p:cNvSpPr txBox="1"/>
          <p:nvPr/>
        </p:nvSpPr>
        <p:spPr>
          <a:xfrm>
            <a:off x="1680567" y="1061918"/>
            <a:ext cx="2634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Common mistakes</a:t>
            </a:r>
          </a:p>
        </p:txBody>
      </p:sp>
    </p:spTree>
    <p:extLst>
      <p:ext uri="{BB962C8B-B14F-4D97-AF65-F5344CB8AC3E}">
        <p14:creationId xmlns:p14="http://schemas.microsoft.com/office/powerpoint/2010/main" val="893645284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11684</TotalTime>
  <Words>239</Words>
  <Application>Microsoft Office PowerPoint</Application>
  <PresentationFormat>On-screen Show (16:9)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Arial</vt:lpstr>
      <vt:lpstr>Barlow Semi Condensed</vt:lpstr>
      <vt:lpstr>Barlow Semi Condensed Medium</vt:lpstr>
      <vt:lpstr>Calibri</vt:lpstr>
      <vt:lpstr>Cambria</vt:lpstr>
      <vt:lpstr>Fjalla One</vt:lpstr>
      <vt:lpstr>OpenSymbol</vt:lpstr>
      <vt:lpstr>pplxSerif</vt:lpstr>
      <vt:lpstr>Symbol</vt:lpstr>
      <vt:lpstr>Wingdings</vt:lpstr>
      <vt:lpstr>Technology Consulting by Slidesgo</vt:lpstr>
      <vt:lpstr>Technology Consulting by Slidesgo</vt:lpstr>
      <vt:lpstr>Technology Consulting by Slidesgo</vt:lpstr>
      <vt:lpstr>Building a Professional Online Identity   </vt:lpstr>
      <vt:lpstr>PowerPoint Presentation</vt:lpstr>
      <vt:lpstr>PowerPoint Presentation</vt:lpstr>
      <vt:lpstr>Main Pillars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Work</dc:title>
  <cp:lastModifiedBy>ENG .</cp:lastModifiedBy>
  <cp:revision>30</cp:revision>
  <dcterms:modified xsi:type="dcterms:W3CDTF">2026-06-06T07:06:46Z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2026-05-08T15:17:52Z</dcterms:created>
  <dc:creator>Unknown Creator</dc:creator>
  <dc:description/>
  <dc:language>en-US</dc:language>
  <cp:lastModifiedBy>Unknown Creator</cp:lastModifiedBy>
  <dcterms:modified xsi:type="dcterms:W3CDTF">2026-05-08T15:17:52Z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